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92" r:id="rId3"/>
    <p:sldId id="339" r:id="rId4"/>
    <p:sldId id="336" r:id="rId5"/>
    <p:sldId id="295" r:id="rId6"/>
    <p:sldId id="385" r:id="rId7"/>
    <p:sldId id="341" r:id="rId8"/>
    <p:sldId id="342" r:id="rId9"/>
    <p:sldId id="402" r:id="rId10"/>
    <p:sldId id="406" r:id="rId11"/>
    <p:sldId id="405" r:id="rId12"/>
    <p:sldId id="343" r:id="rId13"/>
    <p:sldId id="344" r:id="rId14"/>
    <p:sldId id="345" r:id="rId15"/>
    <p:sldId id="398" r:id="rId16"/>
    <p:sldId id="403" r:id="rId17"/>
    <p:sldId id="404" r:id="rId18"/>
    <p:sldId id="309" r:id="rId19"/>
    <p:sldId id="310" r:id="rId20"/>
    <p:sldId id="314" r:id="rId21"/>
    <p:sldId id="375" r:id="rId22"/>
    <p:sldId id="376" r:id="rId23"/>
    <p:sldId id="397" r:id="rId24"/>
    <p:sldId id="374" r:id="rId25"/>
    <p:sldId id="386" r:id="rId26"/>
    <p:sldId id="357" r:id="rId27"/>
    <p:sldId id="358" r:id="rId28"/>
    <p:sldId id="360" r:id="rId29"/>
    <p:sldId id="321" r:id="rId30"/>
    <p:sldId id="391" r:id="rId31"/>
    <p:sldId id="333" r:id="rId32"/>
    <p:sldId id="335" r:id="rId3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D36B74-B052-4CB5-ADDC-87378484307F}">
          <p14:sldIdLst>
            <p14:sldId id="256"/>
            <p14:sldId id="292"/>
            <p14:sldId id="339"/>
            <p14:sldId id="336"/>
            <p14:sldId id="295"/>
            <p14:sldId id="385"/>
            <p14:sldId id="341"/>
            <p14:sldId id="342"/>
            <p14:sldId id="402"/>
            <p14:sldId id="406"/>
            <p14:sldId id="405"/>
            <p14:sldId id="343"/>
            <p14:sldId id="344"/>
            <p14:sldId id="345"/>
            <p14:sldId id="398"/>
            <p14:sldId id="403"/>
            <p14:sldId id="404"/>
            <p14:sldId id="309"/>
            <p14:sldId id="310"/>
            <p14:sldId id="314"/>
            <p14:sldId id="375"/>
            <p14:sldId id="376"/>
            <p14:sldId id="397"/>
            <p14:sldId id="374"/>
            <p14:sldId id="386"/>
            <p14:sldId id="357"/>
            <p14:sldId id="358"/>
            <p14:sldId id="360"/>
            <p14:sldId id="321"/>
            <p14:sldId id="391"/>
            <p14:sldId id="333"/>
            <p14:sldId id="33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E2C60-F38D-46BF-A035-D48F4545BB5E}" v="52" dt="2026-03-30T12:14:29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>
      <p:cViewPr>
        <p:scale>
          <a:sx n="118" d="100"/>
          <a:sy n="118" d="100"/>
        </p:scale>
        <p:origin x="-1662" y="-1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s Khot" userId="153b9f72228e3c30" providerId="LiveId" clId="{F90A5216-2E2A-488C-A43C-AF02F0F130DA}"/>
    <pc:docChg chg="undo custSel addSld delSld modSld sldOrd modMainMaster addSection delSection modSection">
      <pc:chgData name="Suhas Khot" userId="153b9f72228e3c30" providerId="LiveId" clId="{F90A5216-2E2A-488C-A43C-AF02F0F130DA}" dt="2026-03-30T12:20:03.320" v="907" actId="478"/>
      <pc:docMkLst>
        <pc:docMk/>
      </pc:docMkLst>
      <pc:sldChg chg="modSp mod">
        <pc:chgData name="Suhas Khot" userId="153b9f72228e3c30" providerId="LiveId" clId="{F90A5216-2E2A-488C-A43C-AF02F0F130DA}" dt="2026-03-30T12:14:29.407" v="899"/>
        <pc:sldMkLst>
          <pc:docMk/>
          <pc:sldMk cId="588822176" sldId="295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588822176" sldId="295"/>
            <ac:spMk id="3" creationId="{00000000-0000-0000-0000-000000000000}"/>
          </ac:spMkLst>
        </pc:sp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2355732029" sldId="339"/>
        </pc:sldMkLst>
        <pc:picChg chg="mod">
          <ac:chgData name="Suhas Khot" userId="153b9f72228e3c30" providerId="LiveId" clId="{F90A5216-2E2A-488C-A43C-AF02F0F130DA}" dt="2026-03-30T12:14:29.407" v="899"/>
          <ac:picMkLst>
            <pc:docMk/>
            <pc:sldMk cId="2355732029" sldId="339"/>
            <ac:picMk id="5" creationId="{688ABB7B-835C-8DB1-3C28-586045AEBFDD}"/>
          </ac:picMkLst>
        </pc:pic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623804987" sldId="343"/>
        </pc:sldMkLst>
        <pc:picChg chg="mod">
          <ac:chgData name="Suhas Khot" userId="153b9f72228e3c30" providerId="LiveId" clId="{F90A5216-2E2A-488C-A43C-AF02F0F130DA}" dt="2026-03-30T12:14:29.407" v="899"/>
          <ac:picMkLst>
            <pc:docMk/>
            <pc:sldMk cId="623804987" sldId="343"/>
            <ac:picMk id="8" creationId="{2EBD6AD1-25E0-7920-78A0-95B16C7DC214}"/>
          </ac:picMkLst>
        </pc:pic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2770819947" sldId="344"/>
        </pc:sldMkLst>
        <pc:picChg chg="mod">
          <ac:chgData name="Suhas Khot" userId="153b9f72228e3c30" providerId="LiveId" clId="{F90A5216-2E2A-488C-A43C-AF02F0F130DA}" dt="2026-03-30T12:14:29.407" v="899"/>
          <ac:picMkLst>
            <pc:docMk/>
            <pc:sldMk cId="2770819947" sldId="344"/>
            <ac:picMk id="7" creationId="{E5C6DF71-2658-458E-6E35-D95CE08F9B19}"/>
          </ac:picMkLst>
        </pc:pic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2422235925" sldId="374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2422235925" sldId="374"/>
            <ac:spMk id="3" creationId="{00000000-0000-0000-0000-000000000000}"/>
          </ac:spMkLst>
        </pc:spChg>
      </pc:sldChg>
      <pc:sldChg chg="addSp modSp mod modClrScheme chgLayout">
        <pc:chgData name="Suhas Khot" userId="153b9f72228e3c30" providerId="LiveId" clId="{F90A5216-2E2A-488C-A43C-AF02F0F130DA}" dt="2026-03-30T12:09:44.544" v="858" actId="113"/>
        <pc:sldMkLst>
          <pc:docMk/>
          <pc:sldMk cId="0" sldId="376"/>
        </pc:sldMkLst>
        <pc:spChg chg="add mod ord">
          <ac:chgData name="Suhas Khot" userId="153b9f72228e3c30" providerId="LiveId" clId="{F90A5216-2E2A-488C-A43C-AF02F0F130DA}" dt="2026-03-30T12:09:44.544" v="858" actId="113"/>
          <ac:spMkLst>
            <pc:docMk/>
            <pc:sldMk cId="0" sldId="376"/>
            <ac:spMk id="2" creationId="{7FA52A7D-9ED0-CC2F-699A-B63C3835D6A3}"/>
          </ac:spMkLst>
        </pc:sp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564344301" sldId="386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564344301" sldId="386"/>
            <ac:spMk id="3" creationId="{00000000-0000-0000-0000-000000000000}"/>
          </ac:spMkLst>
        </pc:spChg>
      </pc:sldChg>
      <pc:sldChg chg="modSp">
        <pc:chgData name="Suhas Khot" userId="153b9f72228e3c30" providerId="LiveId" clId="{F90A5216-2E2A-488C-A43C-AF02F0F130DA}" dt="2026-03-30T12:14:29.407" v="899"/>
        <pc:sldMkLst>
          <pc:docMk/>
          <pc:sldMk cId="1860719901" sldId="391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1860719901" sldId="391"/>
            <ac:spMk id="2" creationId="{C26C15E6-A12D-D3CE-F683-A8E791D9C6C0}"/>
          </ac:spMkLst>
        </pc:spChg>
      </pc:sldChg>
      <pc:sldChg chg="del">
        <pc:chgData name="Suhas Khot" userId="153b9f72228e3c30" providerId="LiveId" clId="{F90A5216-2E2A-488C-A43C-AF02F0F130DA}" dt="2026-03-30T09:02:57.148" v="755" actId="47"/>
        <pc:sldMkLst>
          <pc:docMk/>
          <pc:sldMk cId="1306620611" sldId="399"/>
        </pc:sldMkLst>
      </pc:sldChg>
      <pc:sldChg chg="del">
        <pc:chgData name="Suhas Khot" userId="153b9f72228e3c30" providerId="LiveId" clId="{F90A5216-2E2A-488C-A43C-AF02F0F130DA}" dt="2026-03-30T09:02:57.148" v="755" actId="47"/>
        <pc:sldMkLst>
          <pc:docMk/>
          <pc:sldMk cId="2880913361" sldId="400"/>
        </pc:sldMkLst>
      </pc:sldChg>
      <pc:sldChg chg="del">
        <pc:chgData name="Suhas Khot" userId="153b9f72228e3c30" providerId="LiveId" clId="{F90A5216-2E2A-488C-A43C-AF02F0F130DA}" dt="2026-03-30T09:02:57.148" v="755" actId="47"/>
        <pc:sldMkLst>
          <pc:docMk/>
          <pc:sldMk cId="3139076696" sldId="401"/>
        </pc:sldMkLst>
      </pc:sldChg>
      <pc:sldChg chg="addSp delSp modSp new mod ord">
        <pc:chgData name="Suhas Khot" userId="153b9f72228e3c30" providerId="LiveId" clId="{F90A5216-2E2A-488C-A43C-AF02F0F130DA}" dt="2026-03-30T12:14:29.407" v="899"/>
        <pc:sldMkLst>
          <pc:docMk/>
          <pc:sldMk cId="2834013428" sldId="402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2834013428" sldId="402"/>
            <ac:spMk id="2" creationId="{5FB5EE68-DF6D-AAB5-539B-AA90445DB864}"/>
          </ac:spMkLst>
        </pc:spChg>
        <pc:spChg chg="del">
          <ac:chgData name="Suhas Khot" userId="153b9f72228e3c30" providerId="LiveId" clId="{F90A5216-2E2A-488C-A43C-AF02F0F130DA}" dt="2026-03-29T11:11:27.921" v="34" actId="931"/>
          <ac:spMkLst>
            <pc:docMk/>
            <pc:sldMk cId="2834013428" sldId="402"/>
            <ac:spMk id="3" creationId="{E5D1EDB7-D306-29FB-22EC-A4E22AA33B28}"/>
          </ac:spMkLst>
        </pc:spChg>
        <pc:spChg chg="mod">
          <ac:chgData name="Suhas Khot" userId="153b9f72228e3c30" providerId="LiveId" clId="{F90A5216-2E2A-488C-A43C-AF02F0F130DA}" dt="2026-03-30T09:02:28.965" v="754" actId="20577"/>
          <ac:spMkLst>
            <pc:docMk/>
            <pc:sldMk cId="2834013428" sldId="402"/>
            <ac:spMk id="4" creationId="{E19EB60D-19BD-EE2D-A35E-762F56997C04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2834013428" sldId="402"/>
            <ac:picMk id="6" creationId="{A440A519-97FE-BDF4-DD6B-96F203FEB444}"/>
          </ac:picMkLst>
        </pc:picChg>
      </pc:sldChg>
      <pc:sldChg chg="addSp delSp modSp new mod modClrScheme modAnim chgLayout">
        <pc:chgData name="Suhas Khot" userId="153b9f72228e3c30" providerId="LiveId" clId="{F90A5216-2E2A-488C-A43C-AF02F0F130DA}" dt="2026-03-30T12:14:29.407" v="899"/>
        <pc:sldMkLst>
          <pc:docMk/>
          <pc:sldMk cId="2717943079" sldId="403"/>
        </pc:sldMkLst>
        <pc:spChg chg="del">
          <ac:chgData name="Suhas Khot" userId="153b9f72228e3c30" providerId="LiveId" clId="{F90A5216-2E2A-488C-A43C-AF02F0F130DA}" dt="2026-03-29T11:20:31.378" v="150" actId="478"/>
          <ac:spMkLst>
            <pc:docMk/>
            <pc:sldMk cId="2717943079" sldId="403"/>
            <ac:spMk id="2" creationId="{FBCB2FE5-5C2C-A6F5-039F-8638E7D5EB86}"/>
          </ac:spMkLst>
        </pc:spChg>
        <pc:spChg chg="del mod">
          <ac:chgData name="Suhas Khot" userId="153b9f72228e3c30" providerId="LiveId" clId="{F90A5216-2E2A-488C-A43C-AF02F0F130DA}" dt="2026-03-29T11:37:56.634" v="155" actId="931"/>
          <ac:spMkLst>
            <pc:docMk/>
            <pc:sldMk cId="2717943079" sldId="403"/>
            <ac:spMk id="3" creationId="{700A2009-F5AE-7494-39D3-86C076B0AFF7}"/>
          </ac:spMkLst>
        </pc:spChg>
        <pc:spChg chg="del">
          <ac:chgData name="Suhas Khot" userId="153b9f72228e3c30" providerId="LiveId" clId="{F90A5216-2E2A-488C-A43C-AF02F0F130DA}" dt="2026-03-29T11:20:33.953" v="151" actId="478"/>
          <ac:spMkLst>
            <pc:docMk/>
            <pc:sldMk cId="2717943079" sldId="403"/>
            <ac:spMk id="4" creationId="{9FD89E77-4CF6-6BB6-32F6-95549BCCE8C2}"/>
          </ac:spMkLst>
        </pc:spChg>
        <pc:spChg chg="add mod">
          <ac:chgData name="Suhas Khot" userId="153b9f72228e3c30" providerId="LiveId" clId="{F90A5216-2E2A-488C-A43C-AF02F0F130DA}" dt="2026-03-29T11:43:24.909" v="195" actId="14861"/>
          <ac:spMkLst>
            <pc:docMk/>
            <pc:sldMk cId="2717943079" sldId="403"/>
            <ac:spMk id="27" creationId="{3CDE7806-FAF5-C4BF-7060-87C8DA8DFF50}"/>
          </ac:spMkLst>
        </pc:spChg>
        <pc:spChg chg="add mod">
          <ac:chgData name="Suhas Khot" userId="153b9f72228e3c30" providerId="LiveId" clId="{F90A5216-2E2A-488C-A43C-AF02F0F130DA}" dt="2026-03-29T11:44:04.627" v="235" actId="1038"/>
          <ac:spMkLst>
            <pc:docMk/>
            <pc:sldMk cId="2717943079" sldId="403"/>
            <ac:spMk id="28" creationId="{2376C4C6-9185-9E39-98BB-DD5684004AEA}"/>
          </ac:spMkLst>
        </pc:spChg>
        <pc:spChg chg="add mod">
          <ac:chgData name="Suhas Khot" userId="153b9f72228e3c30" providerId="LiveId" clId="{F90A5216-2E2A-488C-A43C-AF02F0F130DA}" dt="2026-03-29T11:45:17.733" v="326" actId="1038"/>
          <ac:spMkLst>
            <pc:docMk/>
            <pc:sldMk cId="2717943079" sldId="403"/>
            <ac:spMk id="29" creationId="{093FC986-5E9C-CE72-5D16-906AB53AB44E}"/>
          </ac:spMkLst>
        </pc:spChg>
        <pc:spChg chg="add del mod">
          <ac:chgData name="Suhas Khot" userId="153b9f72228e3c30" providerId="LiveId" clId="{F90A5216-2E2A-488C-A43C-AF02F0F130DA}" dt="2026-03-29T11:50:45.128" v="390" actId="478"/>
          <ac:spMkLst>
            <pc:docMk/>
            <pc:sldMk cId="2717943079" sldId="403"/>
            <ac:spMk id="30" creationId="{8AF28E51-4359-0994-BB79-CAD9D179ACFA}"/>
          </ac:spMkLst>
        </pc:spChg>
        <pc:spChg chg="add mod">
          <ac:chgData name="Suhas Khot" userId="153b9f72228e3c30" providerId="LiveId" clId="{F90A5216-2E2A-488C-A43C-AF02F0F130DA}" dt="2026-03-29T11:51:23.603" v="395" actId="1076"/>
          <ac:spMkLst>
            <pc:docMk/>
            <pc:sldMk cId="2717943079" sldId="403"/>
            <ac:spMk id="31" creationId="{48B91BBD-4BBC-E170-3622-D051D8243751}"/>
          </ac:spMkLst>
        </pc:spChg>
        <pc:spChg chg="add mod">
          <ac:chgData name="Suhas Khot" userId="153b9f72228e3c30" providerId="LiveId" clId="{F90A5216-2E2A-488C-A43C-AF02F0F130DA}" dt="2026-03-29T11:52:42.491" v="408" actId="1076"/>
          <ac:spMkLst>
            <pc:docMk/>
            <pc:sldMk cId="2717943079" sldId="403"/>
            <ac:spMk id="32" creationId="{7D7551C5-1958-3F20-A61F-360CD1D35C3B}"/>
          </ac:spMkLst>
        </pc:spChg>
        <pc:spChg chg="add mod">
          <ac:chgData name="Suhas Khot" userId="153b9f72228e3c30" providerId="LiveId" clId="{F90A5216-2E2A-488C-A43C-AF02F0F130DA}" dt="2026-03-29T11:54:18.152" v="428" actId="1076"/>
          <ac:spMkLst>
            <pc:docMk/>
            <pc:sldMk cId="2717943079" sldId="403"/>
            <ac:spMk id="33" creationId="{7C50ADA6-7225-2873-4E07-3B461F976683}"/>
          </ac:spMkLst>
        </pc:spChg>
        <pc:spChg chg="add mod">
          <ac:chgData name="Suhas Khot" userId="153b9f72228e3c30" providerId="LiveId" clId="{F90A5216-2E2A-488C-A43C-AF02F0F130DA}" dt="2026-03-29T11:56:14.770" v="445" actId="1076"/>
          <ac:spMkLst>
            <pc:docMk/>
            <pc:sldMk cId="2717943079" sldId="403"/>
            <ac:spMk id="34" creationId="{2EACD582-67D8-067A-6D88-FB366F9D8B22}"/>
          </ac:spMkLst>
        </pc:spChg>
        <pc:spChg chg="add del mod ord">
          <ac:chgData name="Suhas Khot" userId="153b9f72228e3c30" providerId="LiveId" clId="{F90A5216-2E2A-488C-A43C-AF02F0F130DA}" dt="2026-03-29T11:58:16.240" v="452" actId="700"/>
          <ac:spMkLst>
            <pc:docMk/>
            <pc:sldMk cId="2717943079" sldId="403"/>
            <ac:spMk id="35" creationId="{59201F12-356D-4279-F1C9-65055B22BAFF}"/>
          </ac:spMkLst>
        </pc:spChg>
        <pc:spChg chg="add mod ord">
          <ac:chgData name="Suhas Khot" userId="153b9f72228e3c30" providerId="LiveId" clId="{F90A5216-2E2A-488C-A43C-AF02F0F130DA}" dt="2026-03-29T11:59:56.126" v="507" actId="207"/>
          <ac:spMkLst>
            <pc:docMk/>
            <pc:sldMk cId="2717943079" sldId="403"/>
            <ac:spMk id="36" creationId="{CC5DB67D-4821-9447-276D-86D7FC5334F8}"/>
          </ac:spMkLst>
        </pc:spChg>
        <pc:spChg chg="add del mod ord">
          <ac:chgData name="Suhas Khot" userId="153b9f72228e3c30" providerId="LiveId" clId="{F90A5216-2E2A-488C-A43C-AF02F0F130DA}" dt="2026-03-29T11:59:02.411" v="458" actId="478"/>
          <ac:spMkLst>
            <pc:docMk/>
            <pc:sldMk cId="2717943079" sldId="403"/>
            <ac:spMk id="37" creationId="{DCBAB88C-2528-B54F-C574-A0DA9F617BDD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2717943079" sldId="403"/>
            <ac:picMk id="6" creationId="{88279A49-AB08-34C5-A8B2-AC334D96B732}"/>
          </ac:picMkLst>
        </pc:picChg>
        <pc:picChg chg="add mod">
          <ac:chgData name="Suhas Khot" userId="153b9f72228e3c30" providerId="LiveId" clId="{F90A5216-2E2A-488C-A43C-AF02F0F130DA}" dt="2026-03-29T11:52:00.910" v="401" actId="1076"/>
          <ac:picMkLst>
            <pc:docMk/>
            <pc:sldMk cId="2717943079" sldId="403"/>
            <ac:picMk id="8" creationId="{D63359F2-809D-8ED5-72CC-E5E634C612E9}"/>
          </ac:picMkLst>
        </pc:picChg>
        <pc:picChg chg="add mod">
          <ac:chgData name="Suhas Khot" userId="153b9f72228e3c30" providerId="LiveId" clId="{F90A5216-2E2A-488C-A43C-AF02F0F130DA}" dt="2026-03-29T11:51:54.537" v="400" actId="1076"/>
          <ac:picMkLst>
            <pc:docMk/>
            <pc:sldMk cId="2717943079" sldId="403"/>
            <ac:picMk id="10" creationId="{CE8C0648-50B4-E240-C3A0-9147383496E2}"/>
          </ac:picMkLst>
        </pc:picChg>
        <pc:picChg chg="add del mod">
          <ac:chgData name="Suhas Khot" userId="153b9f72228e3c30" providerId="LiveId" clId="{F90A5216-2E2A-488C-A43C-AF02F0F130DA}" dt="2026-03-29T11:39:35.166" v="177" actId="478"/>
          <ac:picMkLst>
            <pc:docMk/>
            <pc:sldMk cId="2717943079" sldId="403"/>
            <ac:picMk id="12" creationId="{3143B0A7-AD3D-FFD6-76F5-3AE31F0499B2}"/>
          </ac:picMkLst>
        </pc:picChg>
        <pc:picChg chg="add mod">
          <ac:chgData name="Suhas Khot" userId="153b9f72228e3c30" providerId="LiveId" clId="{F90A5216-2E2A-488C-A43C-AF02F0F130DA}" dt="2026-03-29T11:53:15.950" v="421" actId="1038"/>
          <ac:picMkLst>
            <pc:docMk/>
            <pc:sldMk cId="2717943079" sldId="403"/>
            <ac:picMk id="14" creationId="{3C815EEB-8A8A-8DCD-80A8-3401081C14D2}"/>
          </ac:picMkLst>
        </pc:picChg>
        <pc:picChg chg="add del mod">
          <ac:chgData name="Suhas Khot" userId="153b9f72228e3c30" providerId="LiveId" clId="{F90A5216-2E2A-488C-A43C-AF02F0F130DA}" dt="2026-03-29T11:55:59.262" v="443" actId="1036"/>
          <ac:picMkLst>
            <pc:docMk/>
            <pc:sldMk cId="2717943079" sldId="403"/>
            <ac:picMk id="16" creationId="{ED8259F8-FAEA-C970-596A-B129DFF3C5B0}"/>
          </ac:picMkLst>
        </pc:picChg>
        <pc:picChg chg="add mod">
          <ac:chgData name="Suhas Khot" userId="153b9f72228e3c30" providerId="LiveId" clId="{F90A5216-2E2A-488C-A43C-AF02F0F130DA}" dt="2026-03-29T11:55:46.256" v="439" actId="1076"/>
          <ac:picMkLst>
            <pc:docMk/>
            <pc:sldMk cId="2717943079" sldId="403"/>
            <ac:picMk id="18" creationId="{C3096D42-C948-D634-32E6-74F1AC2E9C5F}"/>
          </ac:picMkLst>
        </pc:picChg>
        <pc:picChg chg="add mod">
          <ac:chgData name="Suhas Khot" userId="153b9f72228e3c30" providerId="LiveId" clId="{F90A5216-2E2A-488C-A43C-AF02F0F130DA}" dt="2026-03-29T11:56:31.642" v="449" actId="1076"/>
          <ac:picMkLst>
            <pc:docMk/>
            <pc:sldMk cId="2717943079" sldId="403"/>
            <ac:picMk id="20" creationId="{158DCB44-1968-9381-0554-F0AE58C733B4}"/>
          </ac:picMkLst>
        </pc:picChg>
        <pc:picChg chg="add mod">
          <ac:chgData name="Suhas Khot" userId="153b9f72228e3c30" providerId="LiveId" clId="{F90A5216-2E2A-488C-A43C-AF02F0F130DA}" dt="2026-03-29T11:45:51.539" v="359" actId="1038"/>
          <ac:picMkLst>
            <pc:docMk/>
            <pc:sldMk cId="2717943079" sldId="403"/>
            <ac:picMk id="22" creationId="{775A0736-A960-5E69-F38F-5E582F26A05B}"/>
          </ac:picMkLst>
        </pc:picChg>
        <pc:picChg chg="add mod">
          <ac:chgData name="Suhas Khot" userId="153b9f72228e3c30" providerId="LiveId" clId="{F90A5216-2E2A-488C-A43C-AF02F0F130DA}" dt="2026-03-29T11:44:31.725" v="244" actId="1037"/>
          <ac:picMkLst>
            <pc:docMk/>
            <pc:sldMk cId="2717943079" sldId="403"/>
            <ac:picMk id="24" creationId="{31CE0DD0-6E1D-5708-0913-8B7EF0DDF6AD}"/>
          </ac:picMkLst>
        </pc:picChg>
        <pc:picChg chg="add mod modCrop">
          <ac:chgData name="Suhas Khot" userId="153b9f72228e3c30" providerId="LiveId" clId="{F90A5216-2E2A-488C-A43C-AF02F0F130DA}" dt="2026-03-29T11:41:08.384" v="187" actId="1076"/>
          <ac:picMkLst>
            <pc:docMk/>
            <pc:sldMk cId="2717943079" sldId="403"/>
            <ac:picMk id="26" creationId="{4CBEADDE-0E79-843E-1C99-FA2054115C72}"/>
          </ac:picMkLst>
        </pc:picChg>
      </pc:sldChg>
      <pc:sldChg chg="addSp delSp modSp new mod modClrScheme chgLayout">
        <pc:chgData name="Suhas Khot" userId="153b9f72228e3c30" providerId="LiveId" clId="{F90A5216-2E2A-488C-A43C-AF02F0F130DA}" dt="2026-03-30T12:20:03.320" v="907" actId="478"/>
        <pc:sldMkLst>
          <pc:docMk/>
          <pc:sldMk cId="2218851926" sldId="404"/>
        </pc:sldMkLst>
        <pc:spChg chg="mod ord">
          <ac:chgData name="Suhas Khot" userId="153b9f72228e3c30" providerId="LiveId" clId="{F90A5216-2E2A-488C-A43C-AF02F0F130DA}" dt="2026-03-30T12:14:29.407" v="899"/>
          <ac:spMkLst>
            <pc:docMk/>
            <pc:sldMk cId="2218851926" sldId="404"/>
            <ac:spMk id="2" creationId="{115263A7-10EF-2F24-410F-693CA6854075}"/>
          </ac:spMkLst>
        </pc:spChg>
        <pc:spChg chg="add del mod ord">
          <ac:chgData name="Suhas Khot" userId="153b9f72228e3c30" providerId="LiveId" clId="{F90A5216-2E2A-488C-A43C-AF02F0F130DA}" dt="2026-03-30T12:10:11.034" v="864" actId="700"/>
          <ac:spMkLst>
            <pc:docMk/>
            <pc:sldMk cId="2218851926" sldId="404"/>
            <ac:spMk id="3" creationId="{B07BC8B3-A4B6-0BFB-786F-05195F892BDE}"/>
          </ac:spMkLst>
        </pc:spChg>
        <pc:spChg chg="del">
          <ac:chgData name="Suhas Khot" userId="153b9f72228e3c30" providerId="LiveId" clId="{F90A5216-2E2A-488C-A43C-AF02F0F130DA}" dt="2026-03-29T12:00:42.236" v="509" actId="931"/>
          <ac:spMkLst>
            <pc:docMk/>
            <pc:sldMk cId="2218851926" sldId="404"/>
            <ac:spMk id="3" creationId="{FA87974C-1A5E-4A03-3769-51CEF05DE0A8}"/>
          </ac:spMkLst>
        </pc:spChg>
        <pc:spChg chg="add mod">
          <ac:chgData name="Suhas Khot" userId="153b9f72228e3c30" providerId="LiveId" clId="{F90A5216-2E2A-488C-A43C-AF02F0F130DA}" dt="2026-03-30T12:16:43.412" v="900" actId="1076"/>
          <ac:spMkLst>
            <pc:docMk/>
            <pc:sldMk cId="2218851926" sldId="404"/>
            <ac:spMk id="4" creationId="{6A79FE5B-EE31-1404-F9EC-59368AFB98A5}"/>
          </ac:spMkLst>
        </pc:spChg>
        <pc:spChg chg="add del mod">
          <ac:chgData name="Suhas Khot" userId="153b9f72228e3c30" providerId="LiveId" clId="{F90A5216-2E2A-488C-A43C-AF02F0F130DA}" dt="2026-03-30T12:20:03.320" v="907" actId="478"/>
          <ac:spMkLst>
            <pc:docMk/>
            <pc:sldMk cId="2218851926" sldId="404"/>
            <ac:spMk id="6" creationId="{CF503AB8-1D0E-7AF1-9D07-2683C0720438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2218851926" sldId="404"/>
            <ac:picMk id="5" creationId="{2B4E93D7-A271-ACEC-DDE9-5A8641310C9D}"/>
          </ac:picMkLst>
        </pc:picChg>
      </pc:sldChg>
      <pc:sldChg chg="addSp delSp modSp new mod ord">
        <pc:chgData name="Suhas Khot" userId="153b9f72228e3c30" providerId="LiveId" clId="{F90A5216-2E2A-488C-A43C-AF02F0F130DA}" dt="2026-03-30T12:14:29.407" v="899"/>
        <pc:sldMkLst>
          <pc:docMk/>
          <pc:sldMk cId="78896601" sldId="405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78896601" sldId="405"/>
            <ac:spMk id="2" creationId="{E29B9E68-B354-3E98-E3BA-AACF067AB08E}"/>
          </ac:spMkLst>
        </pc:spChg>
        <pc:spChg chg="del">
          <ac:chgData name="Suhas Khot" userId="153b9f72228e3c30" providerId="LiveId" clId="{F90A5216-2E2A-488C-A43C-AF02F0F130DA}" dt="2026-03-29T12:02:55.801" v="546" actId="931"/>
          <ac:spMkLst>
            <pc:docMk/>
            <pc:sldMk cId="78896601" sldId="405"/>
            <ac:spMk id="3" creationId="{8CCF85B5-B6D1-AEE7-7266-BDCC13CD9757}"/>
          </ac:spMkLst>
        </pc:spChg>
        <pc:spChg chg="mod">
          <ac:chgData name="Suhas Khot" userId="153b9f72228e3c30" providerId="LiveId" clId="{F90A5216-2E2A-488C-A43C-AF02F0F130DA}" dt="2026-03-29T12:11:38.560" v="661" actId="207"/>
          <ac:spMkLst>
            <pc:docMk/>
            <pc:sldMk cId="78896601" sldId="405"/>
            <ac:spMk id="4" creationId="{403654B1-8EA8-D288-444A-60959404AB18}"/>
          </ac:spMkLst>
        </pc:spChg>
        <pc:picChg chg="add mod ord">
          <ac:chgData name="Suhas Khot" userId="153b9f72228e3c30" providerId="LiveId" clId="{F90A5216-2E2A-488C-A43C-AF02F0F130DA}" dt="2026-03-30T12:14:29.407" v="899"/>
          <ac:picMkLst>
            <pc:docMk/>
            <pc:sldMk cId="78896601" sldId="405"/>
            <ac:picMk id="6" creationId="{35372EEB-C44F-6E01-99D1-882AAE91C49E}"/>
          </ac:picMkLst>
        </pc:picChg>
      </pc:sldChg>
      <pc:sldChg chg="addSp delSp modSp new mod ord modAnim">
        <pc:chgData name="Suhas Khot" userId="153b9f72228e3c30" providerId="LiveId" clId="{F90A5216-2E2A-488C-A43C-AF02F0F130DA}" dt="2026-03-30T12:14:29.407" v="899"/>
        <pc:sldMkLst>
          <pc:docMk/>
          <pc:sldMk cId="2304246459" sldId="406"/>
        </pc:sldMkLst>
        <pc:spChg chg="mod">
          <ac:chgData name="Suhas Khot" userId="153b9f72228e3c30" providerId="LiveId" clId="{F90A5216-2E2A-488C-A43C-AF02F0F130DA}" dt="2026-03-30T12:14:29.407" v="899"/>
          <ac:spMkLst>
            <pc:docMk/>
            <pc:sldMk cId="2304246459" sldId="406"/>
            <ac:spMk id="2" creationId="{05A4FF5D-D776-F2D7-AA93-D2DB6CE1EA6C}"/>
          </ac:spMkLst>
        </pc:spChg>
        <pc:spChg chg="del">
          <ac:chgData name="Suhas Khot" userId="153b9f72228e3c30" providerId="LiveId" clId="{F90A5216-2E2A-488C-A43C-AF02F0F130DA}" dt="2026-03-30T03:49:43.518" v="703" actId="931"/>
          <ac:spMkLst>
            <pc:docMk/>
            <pc:sldMk cId="2304246459" sldId="406"/>
            <ac:spMk id="3" creationId="{FE740443-09E0-F10D-02C0-D7EF86E66AF1}"/>
          </ac:spMkLst>
        </pc:spChg>
        <pc:spChg chg="del">
          <ac:chgData name="Suhas Khot" userId="153b9f72228e3c30" providerId="LiveId" clId="{F90A5216-2E2A-488C-A43C-AF02F0F130DA}" dt="2026-03-30T03:49:12.536" v="702" actId="478"/>
          <ac:spMkLst>
            <pc:docMk/>
            <pc:sldMk cId="2304246459" sldId="406"/>
            <ac:spMk id="4" creationId="{CB8DAF5A-0251-745F-1200-FB9A4A0BC372}"/>
          </ac:spMkLst>
        </pc:spChg>
        <pc:picChg chg="add mod ord">
          <ac:chgData name="Suhas Khot" userId="153b9f72228e3c30" providerId="LiveId" clId="{F90A5216-2E2A-488C-A43C-AF02F0F130DA}" dt="2026-03-30T03:50:20.994" v="716" actId="1076"/>
          <ac:picMkLst>
            <pc:docMk/>
            <pc:sldMk cId="2304246459" sldId="406"/>
            <ac:picMk id="6" creationId="{0AA4CE4B-C322-8B12-2758-7FCFEFC5CE86}"/>
          </ac:picMkLst>
        </pc:picChg>
        <pc:picChg chg="add mod">
          <ac:chgData name="Suhas Khot" userId="153b9f72228e3c30" providerId="LiveId" clId="{F90A5216-2E2A-488C-A43C-AF02F0F130DA}" dt="2026-03-30T03:51:02.720" v="726" actId="1076"/>
          <ac:picMkLst>
            <pc:docMk/>
            <pc:sldMk cId="2304246459" sldId="406"/>
            <ac:picMk id="8" creationId="{EB64F55F-A690-3CD7-F911-EFA0EE0421AA}"/>
          </ac:picMkLst>
        </pc:picChg>
        <pc:picChg chg="add mod">
          <ac:chgData name="Suhas Khot" userId="153b9f72228e3c30" providerId="LiveId" clId="{F90A5216-2E2A-488C-A43C-AF02F0F130DA}" dt="2026-03-30T03:50:40.039" v="720" actId="1076"/>
          <ac:picMkLst>
            <pc:docMk/>
            <pc:sldMk cId="2304246459" sldId="406"/>
            <ac:picMk id="10" creationId="{3F9AEABB-F537-F50C-4BE0-368A1360C3F8}"/>
          </ac:picMkLst>
        </pc:picChg>
        <pc:picChg chg="add mod">
          <ac:chgData name="Suhas Khot" userId="153b9f72228e3c30" providerId="LiveId" clId="{F90A5216-2E2A-488C-A43C-AF02F0F130DA}" dt="2026-03-30T03:50:54.711" v="723" actId="1076"/>
          <ac:picMkLst>
            <pc:docMk/>
            <pc:sldMk cId="2304246459" sldId="406"/>
            <ac:picMk id="12" creationId="{D8F5A781-1CBC-6F32-FCC7-3BA9AB20D97F}"/>
          </ac:picMkLst>
        </pc:picChg>
        <pc:picChg chg="add mod">
          <ac:chgData name="Suhas Khot" userId="153b9f72228e3c30" providerId="LiveId" clId="{F90A5216-2E2A-488C-A43C-AF02F0F130DA}" dt="2026-03-30T03:50:31.063" v="719" actId="1076"/>
          <ac:picMkLst>
            <pc:docMk/>
            <pc:sldMk cId="2304246459" sldId="406"/>
            <ac:picMk id="14" creationId="{A57F56A2-3D82-EAD7-EA97-54550B18EE86}"/>
          </ac:picMkLst>
        </pc:picChg>
      </pc:sldChg>
      <pc:sldMasterChg chg="modTransition modSldLayout">
        <pc:chgData name="Suhas Khot" userId="153b9f72228e3c30" providerId="LiveId" clId="{F90A5216-2E2A-488C-A43C-AF02F0F130DA}" dt="2026-03-30T12:14:29.407" v="899"/>
        <pc:sldMasterMkLst>
          <pc:docMk/>
          <pc:sldMasterMk cId="2327553464" sldId="2147483863"/>
        </pc:sldMasterMkLst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3748871828" sldId="2147483864"/>
          </pc:sldLayoutMkLst>
        </pc:sldLayoutChg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1290124796" sldId="2147483869"/>
          </pc:sldLayoutMkLst>
        </pc:sldLayoutChg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1214905534" sldId="2147483870"/>
          </pc:sldLayoutMkLst>
        </pc:sldLayoutChg>
        <pc:sldLayoutChg chg="modTransition">
          <pc:chgData name="Suhas Khot" userId="153b9f72228e3c30" providerId="LiveId" clId="{F90A5216-2E2A-488C-A43C-AF02F0F130DA}" dt="2026-03-30T12:14:29.407" v="899"/>
          <pc:sldLayoutMkLst>
            <pc:docMk/>
            <pc:sldMasterMk cId="2327553464" sldId="2147483863"/>
            <pc:sldLayoutMk cId="1506167728" sldId="21474838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38B5F2-B811-44B4-9243-E42F1F20CEBE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DB2A7-F18A-444F-8BDB-2A595ABCE6A0}">
      <dgm:prSet phldrT="[Text]" custT="1"/>
      <dgm:spPr/>
      <dgm:t>
        <a:bodyPr/>
        <a:lstStyle/>
        <a:p>
          <a:pPr algn="ctr"/>
          <a:r>
            <a:rPr lang="en-US" sz="2400" dirty="0"/>
            <a:t>CEO</a:t>
          </a:r>
          <a:endParaRPr lang="en-US" sz="1600" dirty="0"/>
        </a:p>
      </dgm:t>
    </dgm:pt>
    <dgm:pt modelId="{A9FF38D3-EA00-45BF-AD37-90E3201164AE}" type="parTrans" cxnId="{EA538F41-E8D6-4314-949B-F6BC5EAE4F65}">
      <dgm:prSet/>
      <dgm:spPr/>
      <dgm:t>
        <a:bodyPr/>
        <a:lstStyle/>
        <a:p>
          <a:pPr algn="ctr"/>
          <a:endParaRPr lang="en-US"/>
        </a:p>
      </dgm:t>
    </dgm:pt>
    <dgm:pt modelId="{7A9B5B6D-9A6C-4AE7-9ED7-F730E0CCB004}" type="sibTrans" cxnId="{EA538F41-E8D6-4314-949B-F6BC5EAE4F65}">
      <dgm:prSet custT="1"/>
      <dgm:spPr/>
      <dgm:t>
        <a:bodyPr/>
        <a:lstStyle/>
        <a:p>
          <a:pPr algn="ctr"/>
          <a:r>
            <a:rPr lang="en-US" sz="1400" dirty="0"/>
            <a:t>Mr. SUDARSHAN KHOT</a:t>
          </a:r>
        </a:p>
      </dgm:t>
    </dgm:pt>
    <dgm:pt modelId="{B969B946-9A87-4180-8BB3-5AEC95B757F2}" type="asst">
      <dgm:prSet phldrT="[Text]"/>
      <dgm:spPr/>
      <dgm:t>
        <a:bodyPr/>
        <a:lstStyle/>
        <a:p>
          <a:pPr algn="ctr"/>
          <a:r>
            <a:rPr lang="en-US" dirty="0"/>
            <a:t>MD</a:t>
          </a:r>
        </a:p>
      </dgm:t>
    </dgm:pt>
    <dgm:pt modelId="{4238CDB2-DD55-46B1-A672-90D3237B4A8D}" type="parTrans" cxnId="{513F73AB-56EB-4880-8F3A-84C75DF627B9}">
      <dgm:prSet/>
      <dgm:spPr/>
      <dgm:t>
        <a:bodyPr/>
        <a:lstStyle/>
        <a:p>
          <a:pPr algn="ctr"/>
          <a:endParaRPr lang="en-US"/>
        </a:p>
      </dgm:t>
    </dgm:pt>
    <dgm:pt modelId="{BD5E5B97-D1CF-4947-945A-5465A86740C6}" type="sibTrans" cxnId="{513F73AB-56EB-4880-8F3A-84C75DF627B9}">
      <dgm:prSet custT="1"/>
      <dgm:spPr/>
      <dgm:t>
        <a:bodyPr/>
        <a:lstStyle/>
        <a:p>
          <a:pPr algn="ctr"/>
          <a:r>
            <a:rPr lang="en-US" sz="1400" dirty="0"/>
            <a:t>Mr. SUHAS KHOT</a:t>
          </a:r>
        </a:p>
      </dgm:t>
    </dgm:pt>
    <dgm:pt modelId="{AE6AB62B-82A1-4B16-B9D0-B01FF47DBD94}">
      <dgm:prSet phldrT="[Text]"/>
      <dgm:spPr/>
      <dgm:t>
        <a:bodyPr/>
        <a:lstStyle/>
        <a:p>
          <a:pPr algn="ctr"/>
          <a:r>
            <a:rPr lang="en-US" dirty="0"/>
            <a:t>PRODUCTION</a:t>
          </a:r>
        </a:p>
      </dgm:t>
    </dgm:pt>
    <dgm:pt modelId="{0C8E5BEB-C3F1-4542-901E-DB9FE8F8EE3C}" type="parTrans" cxnId="{1EFA79C5-A13B-46CF-A41C-1D118AD00B44}">
      <dgm:prSet/>
      <dgm:spPr/>
      <dgm:t>
        <a:bodyPr/>
        <a:lstStyle/>
        <a:p>
          <a:pPr algn="ctr"/>
          <a:endParaRPr lang="en-US"/>
        </a:p>
      </dgm:t>
    </dgm:pt>
    <dgm:pt modelId="{5079FA02-31E5-42AB-B487-9F735E6B1D3A}" type="sibTrans" cxnId="{1EFA79C5-A13B-46CF-A41C-1D118AD00B44}">
      <dgm:prSet/>
      <dgm:spPr/>
      <dgm:t>
        <a:bodyPr/>
        <a:lstStyle/>
        <a:p>
          <a:pPr algn="ctr"/>
          <a:endParaRPr lang="en-US" dirty="0"/>
        </a:p>
      </dgm:t>
    </dgm:pt>
    <dgm:pt modelId="{DF54C38B-E8D3-4EF1-BF0D-77BD3A0DFD5A}">
      <dgm:prSet phldrT="[Text]"/>
      <dgm:spPr/>
      <dgm:t>
        <a:bodyPr/>
        <a:lstStyle/>
        <a:p>
          <a:pPr algn="ctr"/>
          <a:r>
            <a:rPr lang="en-US" dirty="0"/>
            <a:t>QUALITY</a:t>
          </a:r>
        </a:p>
      </dgm:t>
    </dgm:pt>
    <dgm:pt modelId="{6F3DF77D-6F92-4FC7-BCB6-78D7728A3F08}" type="parTrans" cxnId="{E9640069-91B9-411B-B10A-772083ACF2ED}">
      <dgm:prSet/>
      <dgm:spPr/>
      <dgm:t>
        <a:bodyPr/>
        <a:lstStyle/>
        <a:p>
          <a:pPr algn="ctr"/>
          <a:endParaRPr lang="en-US"/>
        </a:p>
      </dgm:t>
    </dgm:pt>
    <dgm:pt modelId="{9C71122C-E8E8-42C0-9BC7-467575F5E6F0}" type="sibTrans" cxnId="{E9640069-91B9-411B-B10A-772083ACF2ED}">
      <dgm:prSet/>
      <dgm:spPr/>
      <dgm:t>
        <a:bodyPr/>
        <a:lstStyle/>
        <a:p>
          <a:pPr algn="ctr"/>
          <a:r>
            <a:rPr lang="en-US" dirty="0"/>
            <a:t>Mr. TEJAS SURVE            Mr.  SUHAS KHOT</a:t>
          </a:r>
        </a:p>
      </dgm:t>
    </dgm:pt>
    <dgm:pt modelId="{71F71B0C-8C0B-4E87-A82C-AF78BD780C23}">
      <dgm:prSet phldrT="[Text]"/>
      <dgm:spPr/>
      <dgm:t>
        <a:bodyPr/>
        <a:lstStyle/>
        <a:p>
          <a:pPr algn="ctr"/>
          <a:r>
            <a:rPr lang="en-US" dirty="0"/>
            <a:t>ACCOUNT </a:t>
          </a:r>
        </a:p>
      </dgm:t>
    </dgm:pt>
    <dgm:pt modelId="{D5314D71-ECCA-4BE7-B6D8-9075B0DD1767}" type="parTrans" cxnId="{8969CA3B-AC4B-4EF7-A5F4-90ED2840E042}">
      <dgm:prSet/>
      <dgm:spPr/>
      <dgm:t>
        <a:bodyPr/>
        <a:lstStyle/>
        <a:p>
          <a:pPr algn="ctr"/>
          <a:endParaRPr lang="en-US"/>
        </a:p>
      </dgm:t>
    </dgm:pt>
    <dgm:pt modelId="{B89CBA1C-452A-4A52-BFB9-4B06EB7BEBFA}" type="sibTrans" cxnId="{8969CA3B-AC4B-4EF7-A5F4-90ED2840E042}">
      <dgm:prSet custT="1"/>
      <dgm:spPr/>
      <dgm:t>
        <a:bodyPr/>
        <a:lstStyle/>
        <a:p>
          <a:pPr algn="ctr"/>
          <a:r>
            <a:rPr lang="en-US" sz="1200" dirty="0">
              <a:latin typeface="+mn-lt"/>
              <a:cs typeface="Arial" panose="020B0604020202020204" pitchFamily="34" charset="0"/>
            </a:rPr>
            <a:t>Mr. DIPAK BOBADE</a:t>
          </a:r>
        </a:p>
      </dgm:t>
    </dgm:pt>
    <dgm:pt modelId="{C56AE059-8F0E-4734-9F3F-650E8644057E}">
      <dgm:prSet phldrT="[Text]"/>
      <dgm:spPr/>
      <dgm:t>
        <a:bodyPr/>
        <a:lstStyle/>
        <a:p>
          <a:pPr algn="ctr"/>
          <a:r>
            <a:rPr lang="en-US" dirty="0"/>
            <a:t>IN HOUSE</a:t>
          </a:r>
        </a:p>
      </dgm:t>
    </dgm:pt>
    <dgm:pt modelId="{D1DDF7CB-D9BD-4C1B-8B50-288AA6CE7B0B}" type="parTrans" cxnId="{A8F458B5-8BB8-4BB8-9F6B-FCD6AF94D330}">
      <dgm:prSet/>
      <dgm:spPr/>
      <dgm:t>
        <a:bodyPr/>
        <a:lstStyle/>
        <a:p>
          <a:pPr algn="ctr"/>
          <a:endParaRPr lang="en-US"/>
        </a:p>
      </dgm:t>
    </dgm:pt>
    <dgm:pt modelId="{80917048-27FC-4044-B127-280DE11261DE}" type="sibTrans" cxnId="{A8F458B5-8BB8-4BB8-9F6B-FCD6AF94D330}">
      <dgm:prSet custT="1"/>
      <dgm:spPr/>
      <dgm:t>
        <a:bodyPr/>
        <a:lstStyle/>
        <a:p>
          <a:pPr algn="ctr"/>
          <a:r>
            <a:rPr lang="en-US" sz="1200" dirty="0"/>
            <a:t>Mr. YOGESH MANGAVE</a:t>
          </a:r>
        </a:p>
      </dgm:t>
    </dgm:pt>
    <dgm:pt modelId="{16BAD999-6366-4E77-B089-3245845E3877}">
      <dgm:prSet phldrT="[Text]"/>
      <dgm:spPr/>
      <dgm:t>
        <a:bodyPr/>
        <a:lstStyle/>
        <a:p>
          <a:pPr algn="ctr"/>
          <a:r>
            <a:rPr lang="en-US" dirty="0"/>
            <a:t>OUT SOURCE</a:t>
          </a:r>
        </a:p>
      </dgm:t>
    </dgm:pt>
    <dgm:pt modelId="{A5D6F076-D149-4224-BEB1-9498B27431A8}" type="parTrans" cxnId="{D79A4EA3-DF48-402C-993C-36C3F63EF196}">
      <dgm:prSet/>
      <dgm:spPr/>
      <dgm:t>
        <a:bodyPr/>
        <a:lstStyle/>
        <a:p>
          <a:pPr algn="ctr"/>
          <a:endParaRPr lang="en-US"/>
        </a:p>
      </dgm:t>
    </dgm:pt>
    <dgm:pt modelId="{00C4F4AB-1284-4CEA-93BE-0C7BA57AF2D1}" type="sibTrans" cxnId="{D79A4EA3-DF48-402C-993C-36C3F63EF196}">
      <dgm:prSet custT="1"/>
      <dgm:spPr/>
      <dgm:t>
        <a:bodyPr/>
        <a:lstStyle/>
        <a:p>
          <a:pPr algn="ctr"/>
          <a:r>
            <a:rPr lang="en-US" sz="1400" dirty="0">
              <a:latin typeface="+mn-lt"/>
              <a:cs typeface="Arial" panose="020B0604020202020204" pitchFamily="34" charset="0"/>
            </a:rPr>
            <a:t>Mr. AMIT PAWAR</a:t>
          </a:r>
        </a:p>
      </dgm:t>
    </dgm:pt>
    <dgm:pt modelId="{589F6539-AC0D-44F4-AB27-FFE9C85BD1CB}" type="pres">
      <dgm:prSet presAssocID="{A638B5F2-B811-44B4-9243-E42F1F20CE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FD65F64-9331-4994-AF1C-E5974E3AE142}" type="pres">
      <dgm:prSet presAssocID="{C91DB2A7-F18A-444F-8BDB-2A595ABCE6A0}" presName="hierRoot1" presStyleCnt="0">
        <dgm:presLayoutVars>
          <dgm:hierBranch val="init"/>
        </dgm:presLayoutVars>
      </dgm:prSet>
      <dgm:spPr/>
    </dgm:pt>
    <dgm:pt modelId="{1271446F-3C38-447E-B03B-0CD6E9A7D338}" type="pres">
      <dgm:prSet presAssocID="{C91DB2A7-F18A-444F-8BDB-2A595ABCE6A0}" presName="rootComposite1" presStyleCnt="0"/>
      <dgm:spPr/>
    </dgm:pt>
    <dgm:pt modelId="{FB929449-3EAA-471A-9708-0249B122EFDC}" type="pres">
      <dgm:prSet presAssocID="{C91DB2A7-F18A-444F-8BDB-2A595ABCE6A0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0A2AA27-F96B-45D5-A55C-6EA9B78B1033}" type="pres">
      <dgm:prSet presAssocID="{C91DB2A7-F18A-444F-8BDB-2A595ABCE6A0}" presName="titleText1" presStyleLbl="fgAcc0" presStyleIdx="0" presStyleCnt="1" custScaleX="163685" custScaleY="211093" custLinFactNeighborX="5080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41EC09F-B66C-4CB3-802E-745161772FB9}" type="pres">
      <dgm:prSet presAssocID="{C91DB2A7-F18A-444F-8BDB-2A595ABCE6A0}" presName="rootConnector1" presStyleLbl="node1" presStyleIdx="0" presStyleCnt="5"/>
      <dgm:spPr/>
      <dgm:t>
        <a:bodyPr/>
        <a:lstStyle/>
        <a:p>
          <a:endParaRPr lang="en-US"/>
        </a:p>
      </dgm:t>
    </dgm:pt>
    <dgm:pt modelId="{CF3DF1E0-3137-4AF2-AFC9-64216153A0B4}" type="pres">
      <dgm:prSet presAssocID="{C91DB2A7-F18A-444F-8BDB-2A595ABCE6A0}" presName="hierChild2" presStyleCnt="0"/>
      <dgm:spPr/>
    </dgm:pt>
    <dgm:pt modelId="{C1DED97E-7C43-4AEB-A422-38C496E9A2AA}" type="pres">
      <dgm:prSet presAssocID="{0C8E5BEB-C3F1-4542-901E-DB9FE8F8EE3C}" presName="Name37" presStyleLbl="parChTrans1D2" presStyleIdx="0" presStyleCnt="4"/>
      <dgm:spPr/>
      <dgm:t>
        <a:bodyPr/>
        <a:lstStyle/>
        <a:p>
          <a:endParaRPr lang="en-US"/>
        </a:p>
      </dgm:t>
    </dgm:pt>
    <dgm:pt modelId="{8B8F20C0-4ABB-42FF-AEED-374AE1358696}" type="pres">
      <dgm:prSet presAssocID="{AE6AB62B-82A1-4B16-B9D0-B01FF47DBD94}" presName="hierRoot2" presStyleCnt="0">
        <dgm:presLayoutVars>
          <dgm:hierBranch val="init"/>
        </dgm:presLayoutVars>
      </dgm:prSet>
      <dgm:spPr/>
    </dgm:pt>
    <dgm:pt modelId="{A09100BC-813A-441B-8B08-6BF9BE1E07F7}" type="pres">
      <dgm:prSet presAssocID="{AE6AB62B-82A1-4B16-B9D0-B01FF47DBD94}" presName="rootComposite" presStyleCnt="0"/>
      <dgm:spPr/>
    </dgm:pt>
    <dgm:pt modelId="{AEE31A64-C0F0-4358-BC8B-FBC49E8B0639}" type="pres">
      <dgm:prSet presAssocID="{AE6AB62B-82A1-4B16-B9D0-B01FF47DBD94}" presName="rootText" presStyleLbl="node1" presStyleIdx="0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2FA05B7E-0BA2-41FF-ACBE-6F52E7C1826F}" type="pres">
      <dgm:prSet presAssocID="{AE6AB62B-82A1-4B16-B9D0-B01FF47DBD94}" presName="titleText2" presStyleLbl="fgAcc1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0270A68-BBEF-44A4-ADDB-6E9E7AC490A3}" type="pres">
      <dgm:prSet presAssocID="{AE6AB62B-82A1-4B16-B9D0-B01FF47DBD94}" presName="rootConnector" presStyleLbl="node2" presStyleIdx="0" presStyleCnt="0"/>
      <dgm:spPr/>
      <dgm:t>
        <a:bodyPr/>
        <a:lstStyle/>
        <a:p>
          <a:endParaRPr lang="en-US"/>
        </a:p>
      </dgm:t>
    </dgm:pt>
    <dgm:pt modelId="{DBAA7753-D6EB-4B77-A8AA-0FB54FD7FD48}" type="pres">
      <dgm:prSet presAssocID="{AE6AB62B-82A1-4B16-B9D0-B01FF47DBD94}" presName="hierChild4" presStyleCnt="0"/>
      <dgm:spPr/>
    </dgm:pt>
    <dgm:pt modelId="{B24B46B9-950F-4075-922F-D0453CAFF43F}" type="pres">
      <dgm:prSet presAssocID="{D1DDF7CB-D9BD-4C1B-8B50-288AA6CE7B0B}" presName="Name37" presStyleLbl="parChTrans1D3" presStyleIdx="0" presStyleCnt="2"/>
      <dgm:spPr/>
      <dgm:t>
        <a:bodyPr/>
        <a:lstStyle/>
        <a:p>
          <a:endParaRPr lang="en-US"/>
        </a:p>
      </dgm:t>
    </dgm:pt>
    <dgm:pt modelId="{640B16AB-58CE-4AC1-83E1-884CC7416D29}" type="pres">
      <dgm:prSet presAssocID="{C56AE059-8F0E-4734-9F3F-650E8644057E}" presName="hierRoot2" presStyleCnt="0">
        <dgm:presLayoutVars>
          <dgm:hierBranch val="init"/>
        </dgm:presLayoutVars>
      </dgm:prSet>
      <dgm:spPr/>
    </dgm:pt>
    <dgm:pt modelId="{89E703D5-E539-4969-94D8-0CB0137778E8}" type="pres">
      <dgm:prSet presAssocID="{C56AE059-8F0E-4734-9F3F-650E8644057E}" presName="rootComposite" presStyleCnt="0"/>
      <dgm:spPr/>
    </dgm:pt>
    <dgm:pt modelId="{631FD14D-2C4A-4B8F-8438-38785EE917B8}" type="pres">
      <dgm:prSet presAssocID="{C56AE059-8F0E-4734-9F3F-650E8644057E}" presName="rootText" presStyleLbl="node1" presStyleIdx="1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F94A1D0A-745A-48E7-86F6-6636B6AA42B0}" type="pres">
      <dgm:prSet presAssocID="{C56AE059-8F0E-4734-9F3F-650E8644057E}" presName="titleText2" presStyleLbl="fgAcc1" presStyleIdx="1" presStyleCnt="5" custScaleX="133450" custScaleY="191319" custLinFactNeighborX="-5594" custLinFactNeighborY="3080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B4532B8-8A16-494B-BCF4-BBA8AF5887FA}" type="pres">
      <dgm:prSet presAssocID="{C56AE059-8F0E-4734-9F3F-650E8644057E}" presName="rootConnector" presStyleLbl="node3" presStyleIdx="0" presStyleCnt="0"/>
      <dgm:spPr/>
      <dgm:t>
        <a:bodyPr/>
        <a:lstStyle/>
        <a:p>
          <a:endParaRPr lang="en-US"/>
        </a:p>
      </dgm:t>
    </dgm:pt>
    <dgm:pt modelId="{B9AB740E-45C7-413C-BF08-28F440879241}" type="pres">
      <dgm:prSet presAssocID="{C56AE059-8F0E-4734-9F3F-650E8644057E}" presName="hierChild4" presStyleCnt="0"/>
      <dgm:spPr/>
    </dgm:pt>
    <dgm:pt modelId="{EB4F5FE5-D8F5-43C9-AB82-18FEAA6B8178}" type="pres">
      <dgm:prSet presAssocID="{C56AE059-8F0E-4734-9F3F-650E8644057E}" presName="hierChild5" presStyleCnt="0"/>
      <dgm:spPr/>
    </dgm:pt>
    <dgm:pt modelId="{C0191BFD-5188-406F-9DE9-7F653CFFD246}" type="pres">
      <dgm:prSet presAssocID="{A5D6F076-D149-4224-BEB1-9498B27431A8}" presName="Name37" presStyleLbl="parChTrans1D3" presStyleIdx="1" presStyleCnt="2"/>
      <dgm:spPr/>
      <dgm:t>
        <a:bodyPr/>
        <a:lstStyle/>
        <a:p>
          <a:endParaRPr lang="en-US"/>
        </a:p>
      </dgm:t>
    </dgm:pt>
    <dgm:pt modelId="{F24B963A-CCC2-496D-8EFC-868DF9070E57}" type="pres">
      <dgm:prSet presAssocID="{16BAD999-6366-4E77-B089-3245845E3877}" presName="hierRoot2" presStyleCnt="0">
        <dgm:presLayoutVars>
          <dgm:hierBranch val="init"/>
        </dgm:presLayoutVars>
      </dgm:prSet>
      <dgm:spPr/>
    </dgm:pt>
    <dgm:pt modelId="{773BB283-26A3-44EB-A86F-4298214C26CA}" type="pres">
      <dgm:prSet presAssocID="{16BAD999-6366-4E77-B089-3245845E3877}" presName="rootComposite" presStyleCnt="0"/>
      <dgm:spPr/>
    </dgm:pt>
    <dgm:pt modelId="{1016D7FA-441A-4A95-AECF-5B17E3567A72}" type="pres">
      <dgm:prSet presAssocID="{16BAD999-6366-4E77-B089-3245845E3877}" presName="rootText" presStyleLbl="node1" presStyleIdx="2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7A88A1A-7AC1-4B21-A9FB-A8BD2DB23A7B}" type="pres">
      <dgm:prSet presAssocID="{16BAD999-6366-4E77-B089-3245845E3877}" presName="titleText2" presStyleLbl="fgAcc1" presStyleIdx="2" presStyleCnt="5" custScaleX="134573" custScaleY="157819" custLinFactNeighborX="-16776" custLinFactNeighborY="-1972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CDF82F6-1479-44CE-9C2B-2E00BE5063D1}" type="pres">
      <dgm:prSet presAssocID="{16BAD999-6366-4E77-B089-3245845E3877}" presName="rootConnector" presStyleLbl="node3" presStyleIdx="0" presStyleCnt="0"/>
      <dgm:spPr/>
      <dgm:t>
        <a:bodyPr/>
        <a:lstStyle/>
        <a:p>
          <a:endParaRPr lang="en-US"/>
        </a:p>
      </dgm:t>
    </dgm:pt>
    <dgm:pt modelId="{C8BA762B-A62D-4C0D-BFD1-9247BBB89656}" type="pres">
      <dgm:prSet presAssocID="{16BAD999-6366-4E77-B089-3245845E3877}" presName="hierChild4" presStyleCnt="0"/>
      <dgm:spPr/>
    </dgm:pt>
    <dgm:pt modelId="{10EDFBF0-61D0-4379-93F3-0573EDC8974B}" type="pres">
      <dgm:prSet presAssocID="{16BAD999-6366-4E77-B089-3245845E3877}" presName="hierChild5" presStyleCnt="0"/>
      <dgm:spPr/>
    </dgm:pt>
    <dgm:pt modelId="{07E56C35-E533-4630-9CD2-8BF3D71DB036}" type="pres">
      <dgm:prSet presAssocID="{AE6AB62B-82A1-4B16-B9D0-B01FF47DBD94}" presName="hierChild5" presStyleCnt="0"/>
      <dgm:spPr/>
    </dgm:pt>
    <dgm:pt modelId="{5AB2CBAC-2488-4886-9076-A25E9FBB2519}" type="pres">
      <dgm:prSet presAssocID="{6F3DF77D-6F92-4FC7-BCB6-78D7728A3F08}" presName="Name37" presStyleLbl="parChTrans1D2" presStyleIdx="1" presStyleCnt="4"/>
      <dgm:spPr/>
      <dgm:t>
        <a:bodyPr/>
        <a:lstStyle/>
        <a:p>
          <a:endParaRPr lang="en-US"/>
        </a:p>
      </dgm:t>
    </dgm:pt>
    <dgm:pt modelId="{C2D7822C-8AF7-4E39-88A1-21E5D278EDFC}" type="pres">
      <dgm:prSet presAssocID="{DF54C38B-E8D3-4EF1-BF0D-77BD3A0DFD5A}" presName="hierRoot2" presStyleCnt="0">
        <dgm:presLayoutVars>
          <dgm:hierBranch val="init"/>
        </dgm:presLayoutVars>
      </dgm:prSet>
      <dgm:spPr/>
    </dgm:pt>
    <dgm:pt modelId="{EB13E646-C5EE-42DC-A418-9456A0632A12}" type="pres">
      <dgm:prSet presAssocID="{DF54C38B-E8D3-4EF1-BF0D-77BD3A0DFD5A}" presName="rootComposite" presStyleCnt="0"/>
      <dgm:spPr/>
    </dgm:pt>
    <dgm:pt modelId="{4F2FB826-E219-4C7A-A171-24728188C098}" type="pres">
      <dgm:prSet presAssocID="{DF54C38B-E8D3-4EF1-BF0D-77BD3A0DFD5A}" presName="rootText" presStyleLbl="node1" presStyleIdx="3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BB20B26-2AF9-4CC2-A873-0C5B07EA1778}" type="pres">
      <dgm:prSet presAssocID="{DF54C38B-E8D3-4EF1-BF0D-77BD3A0DFD5A}" presName="titleText2" presStyleLbl="fgAcc1" presStyleIdx="3" presStyleCnt="5" custScaleX="145437" custScaleY="264387" custLinFactNeighborX="19226" custLinFactNeighborY="68309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361C1FB-5F46-45B4-B3FC-BE3718206FBF}" type="pres">
      <dgm:prSet presAssocID="{DF54C38B-E8D3-4EF1-BF0D-77BD3A0DFD5A}" presName="rootConnector" presStyleLbl="node2" presStyleIdx="0" presStyleCnt="0"/>
      <dgm:spPr/>
      <dgm:t>
        <a:bodyPr/>
        <a:lstStyle/>
        <a:p>
          <a:endParaRPr lang="en-US"/>
        </a:p>
      </dgm:t>
    </dgm:pt>
    <dgm:pt modelId="{688AC0B2-53E2-487C-A3C4-055A492CDC05}" type="pres">
      <dgm:prSet presAssocID="{DF54C38B-E8D3-4EF1-BF0D-77BD3A0DFD5A}" presName="hierChild4" presStyleCnt="0"/>
      <dgm:spPr/>
    </dgm:pt>
    <dgm:pt modelId="{1F3E776B-4E26-4B57-9EB9-24CF91219263}" type="pres">
      <dgm:prSet presAssocID="{DF54C38B-E8D3-4EF1-BF0D-77BD3A0DFD5A}" presName="hierChild5" presStyleCnt="0"/>
      <dgm:spPr/>
    </dgm:pt>
    <dgm:pt modelId="{F313E60E-6E23-4360-B5A4-CBF798D2367C}" type="pres">
      <dgm:prSet presAssocID="{D5314D71-ECCA-4BE7-B6D8-9075B0DD1767}" presName="Name37" presStyleLbl="parChTrans1D2" presStyleIdx="2" presStyleCnt="4"/>
      <dgm:spPr/>
      <dgm:t>
        <a:bodyPr/>
        <a:lstStyle/>
        <a:p>
          <a:endParaRPr lang="en-US"/>
        </a:p>
      </dgm:t>
    </dgm:pt>
    <dgm:pt modelId="{C0E6870A-53F8-47D7-9361-A53F405F3D76}" type="pres">
      <dgm:prSet presAssocID="{71F71B0C-8C0B-4E87-A82C-AF78BD780C23}" presName="hierRoot2" presStyleCnt="0">
        <dgm:presLayoutVars>
          <dgm:hierBranch val="init"/>
        </dgm:presLayoutVars>
      </dgm:prSet>
      <dgm:spPr/>
    </dgm:pt>
    <dgm:pt modelId="{024F1017-4DC5-4212-A08D-164C2D0F37F7}" type="pres">
      <dgm:prSet presAssocID="{71F71B0C-8C0B-4E87-A82C-AF78BD780C23}" presName="rootComposite" presStyleCnt="0"/>
      <dgm:spPr/>
    </dgm:pt>
    <dgm:pt modelId="{E49BD205-DA01-4F9F-9452-123FE07BB9C6}" type="pres">
      <dgm:prSet presAssocID="{71F71B0C-8C0B-4E87-A82C-AF78BD780C23}" presName="rootText" presStyleLbl="node1" presStyleIdx="4" presStyleCnt="5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3F1324C-D4D1-43D7-AED2-053219170B47}" type="pres">
      <dgm:prSet presAssocID="{71F71B0C-8C0B-4E87-A82C-AF78BD780C23}" presName="titleText2" presStyleLbl="fgAcc1" presStyleIdx="4" presStyleCnt="5" custScaleX="144596" custScaleY="108886" custLinFactNeighborX="19528" custLinFactNeighborY="368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D4F3567-196A-4876-A0B0-41627B950732}" type="pres">
      <dgm:prSet presAssocID="{71F71B0C-8C0B-4E87-A82C-AF78BD780C23}" presName="rootConnector" presStyleLbl="node2" presStyleIdx="0" presStyleCnt="0"/>
      <dgm:spPr/>
      <dgm:t>
        <a:bodyPr/>
        <a:lstStyle/>
        <a:p>
          <a:endParaRPr lang="en-US"/>
        </a:p>
      </dgm:t>
    </dgm:pt>
    <dgm:pt modelId="{4CF7001D-FBD9-4789-86A6-26D877FD27EB}" type="pres">
      <dgm:prSet presAssocID="{71F71B0C-8C0B-4E87-A82C-AF78BD780C23}" presName="hierChild4" presStyleCnt="0"/>
      <dgm:spPr/>
    </dgm:pt>
    <dgm:pt modelId="{8409F260-5BFF-4861-A3A8-ADA03DF83211}" type="pres">
      <dgm:prSet presAssocID="{71F71B0C-8C0B-4E87-A82C-AF78BD780C23}" presName="hierChild5" presStyleCnt="0"/>
      <dgm:spPr/>
    </dgm:pt>
    <dgm:pt modelId="{8ED53412-546C-4BDA-91CD-99BD45700E4A}" type="pres">
      <dgm:prSet presAssocID="{C91DB2A7-F18A-444F-8BDB-2A595ABCE6A0}" presName="hierChild3" presStyleCnt="0"/>
      <dgm:spPr/>
    </dgm:pt>
    <dgm:pt modelId="{1A1BE6DD-DD14-4A75-BD01-B035B28B2526}" type="pres">
      <dgm:prSet presAssocID="{4238CDB2-DD55-46B1-A672-90D3237B4A8D}" presName="Name96" presStyleLbl="parChTrans1D2" presStyleIdx="3" presStyleCnt="4"/>
      <dgm:spPr/>
      <dgm:t>
        <a:bodyPr/>
        <a:lstStyle/>
        <a:p>
          <a:endParaRPr lang="en-US"/>
        </a:p>
      </dgm:t>
    </dgm:pt>
    <dgm:pt modelId="{3C43769D-DBED-4680-8D25-FD110672E1E8}" type="pres">
      <dgm:prSet presAssocID="{B969B946-9A87-4180-8BB3-5AEC95B757F2}" presName="hierRoot3" presStyleCnt="0">
        <dgm:presLayoutVars>
          <dgm:hierBranch val="init"/>
        </dgm:presLayoutVars>
      </dgm:prSet>
      <dgm:spPr/>
    </dgm:pt>
    <dgm:pt modelId="{75DBD7DF-8DC5-46C2-A7AF-AD9033611ECF}" type="pres">
      <dgm:prSet presAssocID="{B969B946-9A87-4180-8BB3-5AEC95B757F2}" presName="rootComposite3" presStyleCnt="0"/>
      <dgm:spPr/>
    </dgm:pt>
    <dgm:pt modelId="{96BD25EB-72C1-4C05-A5AD-7439A4C8A8D7}" type="pres">
      <dgm:prSet presAssocID="{B969B946-9A87-4180-8BB3-5AEC95B757F2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3B5C46A-2266-4653-823C-3BD83D09D0D9}" type="pres">
      <dgm:prSet presAssocID="{B969B946-9A87-4180-8BB3-5AEC95B757F2}" presName="titleText3" presStyleLbl="fgAcc2" presStyleIdx="0" presStyleCnt="1" custScaleX="157087" custScaleY="15611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AEA592A-781F-4883-B128-D9D91A43AC10}" type="pres">
      <dgm:prSet presAssocID="{B969B946-9A87-4180-8BB3-5AEC95B757F2}" presName="rootConnector3" presStyleLbl="asst1" presStyleIdx="0" presStyleCnt="1"/>
      <dgm:spPr/>
      <dgm:t>
        <a:bodyPr/>
        <a:lstStyle/>
        <a:p>
          <a:endParaRPr lang="en-US"/>
        </a:p>
      </dgm:t>
    </dgm:pt>
    <dgm:pt modelId="{389AA6FA-08CC-42B0-BBB0-B79A0396DEC6}" type="pres">
      <dgm:prSet presAssocID="{B969B946-9A87-4180-8BB3-5AEC95B757F2}" presName="hierChild6" presStyleCnt="0"/>
      <dgm:spPr/>
    </dgm:pt>
    <dgm:pt modelId="{6977057A-5DD5-4813-9896-C6C08445578B}" type="pres">
      <dgm:prSet presAssocID="{B969B946-9A87-4180-8BB3-5AEC95B757F2}" presName="hierChild7" presStyleCnt="0"/>
      <dgm:spPr/>
    </dgm:pt>
  </dgm:ptLst>
  <dgm:cxnLst>
    <dgm:cxn modelId="{56552A0C-F138-4179-8ACC-28A8410779BC}" type="presOf" srcId="{C56AE059-8F0E-4734-9F3F-650E8644057E}" destId="{EB4532B8-8A16-494B-BCF4-BBA8AF5887FA}" srcOrd="1" destOrd="0" presId="urn:microsoft.com/office/officeart/2008/layout/NameandTitleOrganizationalChart"/>
    <dgm:cxn modelId="{EB7106EB-5632-4EBC-A521-2CC8549DE3FC}" type="presOf" srcId="{00C4F4AB-1284-4CEA-93BE-0C7BA57AF2D1}" destId="{07A88A1A-7AC1-4B21-A9FB-A8BD2DB23A7B}" srcOrd="0" destOrd="0" presId="urn:microsoft.com/office/officeart/2008/layout/NameandTitleOrganizationalChart"/>
    <dgm:cxn modelId="{E9640069-91B9-411B-B10A-772083ACF2ED}" srcId="{C91DB2A7-F18A-444F-8BDB-2A595ABCE6A0}" destId="{DF54C38B-E8D3-4EF1-BF0D-77BD3A0DFD5A}" srcOrd="2" destOrd="0" parTransId="{6F3DF77D-6F92-4FC7-BCB6-78D7728A3F08}" sibTransId="{9C71122C-E8E8-42C0-9BC7-467575F5E6F0}"/>
    <dgm:cxn modelId="{0E32CCAA-88E0-46E2-AD82-697EA4388137}" type="presOf" srcId="{16BAD999-6366-4E77-B089-3245845E3877}" destId="{1016D7FA-441A-4A95-AECF-5B17E3567A72}" srcOrd="0" destOrd="0" presId="urn:microsoft.com/office/officeart/2008/layout/NameandTitleOrganizationalChart"/>
    <dgm:cxn modelId="{38049BD9-4DD8-44BF-AA70-9DC382CD3E46}" type="presOf" srcId="{C91DB2A7-F18A-444F-8BDB-2A595ABCE6A0}" destId="{FB929449-3EAA-471A-9708-0249B122EFDC}" srcOrd="0" destOrd="0" presId="urn:microsoft.com/office/officeart/2008/layout/NameandTitleOrganizationalChart"/>
    <dgm:cxn modelId="{D5A0C745-5D2D-41DB-AC88-D0E41872F92B}" type="presOf" srcId="{DF54C38B-E8D3-4EF1-BF0D-77BD3A0DFD5A}" destId="{4F2FB826-E219-4C7A-A171-24728188C098}" srcOrd="0" destOrd="0" presId="urn:microsoft.com/office/officeart/2008/layout/NameandTitleOrganizationalChart"/>
    <dgm:cxn modelId="{071E6320-3789-45C1-99FB-76F8FFA81117}" type="presOf" srcId="{80917048-27FC-4044-B127-280DE11261DE}" destId="{F94A1D0A-745A-48E7-86F6-6636B6AA42B0}" srcOrd="0" destOrd="0" presId="urn:microsoft.com/office/officeart/2008/layout/NameandTitleOrganizationalChart"/>
    <dgm:cxn modelId="{11819C3A-CF49-4D66-872A-6F75867D59B3}" type="presOf" srcId="{A638B5F2-B811-44B4-9243-E42F1F20CEBE}" destId="{589F6539-AC0D-44F4-AB27-FFE9C85BD1CB}" srcOrd="0" destOrd="0" presId="urn:microsoft.com/office/officeart/2008/layout/NameandTitleOrganizationalChart"/>
    <dgm:cxn modelId="{7C6C605D-BA02-49FC-9D79-EF41A3E55382}" type="presOf" srcId="{DF54C38B-E8D3-4EF1-BF0D-77BD3A0DFD5A}" destId="{F361C1FB-5F46-45B4-B3FC-BE3718206FBF}" srcOrd="1" destOrd="0" presId="urn:microsoft.com/office/officeart/2008/layout/NameandTitleOrganizationalChart"/>
    <dgm:cxn modelId="{1686D447-3705-40E6-BD11-14E3F71C6875}" type="presOf" srcId="{AE6AB62B-82A1-4B16-B9D0-B01FF47DBD94}" destId="{60270A68-BBEF-44A4-ADDB-6E9E7AC490A3}" srcOrd="1" destOrd="0" presId="urn:microsoft.com/office/officeart/2008/layout/NameandTitleOrganizationalChart"/>
    <dgm:cxn modelId="{A8F458B5-8BB8-4BB8-9F6B-FCD6AF94D330}" srcId="{AE6AB62B-82A1-4B16-B9D0-B01FF47DBD94}" destId="{C56AE059-8F0E-4734-9F3F-650E8644057E}" srcOrd="0" destOrd="0" parTransId="{D1DDF7CB-D9BD-4C1B-8B50-288AA6CE7B0B}" sibTransId="{80917048-27FC-4044-B127-280DE11261DE}"/>
    <dgm:cxn modelId="{84C315E8-6EE9-407B-BF02-6703B021445F}" type="presOf" srcId="{B969B946-9A87-4180-8BB3-5AEC95B757F2}" destId="{CAEA592A-781F-4883-B128-D9D91A43AC10}" srcOrd="1" destOrd="0" presId="urn:microsoft.com/office/officeart/2008/layout/NameandTitleOrganizationalChart"/>
    <dgm:cxn modelId="{70DA2756-F9FD-4063-9284-00D1A6565DB9}" type="presOf" srcId="{C91DB2A7-F18A-444F-8BDB-2A595ABCE6A0}" destId="{C41EC09F-B66C-4CB3-802E-745161772FB9}" srcOrd="1" destOrd="0" presId="urn:microsoft.com/office/officeart/2008/layout/NameandTitleOrganizationalChart"/>
    <dgm:cxn modelId="{D79A4EA3-DF48-402C-993C-36C3F63EF196}" srcId="{AE6AB62B-82A1-4B16-B9D0-B01FF47DBD94}" destId="{16BAD999-6366-4E77-B089-3245845E3877}" srcOrd="1" destOrd="0" parTransId="{A5D6F076-D149-4224-BEB1-9498B27431A8}" sibTransId="{00C4F4AB-1284-4CEA-93BE-0C7BA57AF2D1}"/>
    <dgm:cxn modelId="{6C28B869-5772-4913-8F27-32D97B3F9D8D}" type="presOf" srcId="{5079FA02-31E5-42AB-B487-9F735E6B1D3A}" destId="{2FA05B7E-0BA2-41FF-ACBE-6F52E7C1826F}" srcOrd="0" destOrd="0" presId="urn:microsoft.com/office/officeart/2008/layout/NameandTitleOrganizationalChart"/>
    <dgm:cxn modelId="{EA538F41-E8D6-4314-949B-F6BC5EAE4F65}" srcId="{A638B5F2-B811-44B4-9243-E42F1F20CEBE}" destId="{C91DB2A7-F18A-444F-8BDB-2A595ABCE6A0}" srcOrd="0" destOrd="0" parTransId="{A9FF38D3-EA00-45BF-AD37-90E3201164AE}" sibTransId="{7A9B5B6D-9A6C-4AE7-9ED7-F730E0CCB004}"/>
    <dgm:cxn modelId="{D24463F4-34A8-442F-9832-20028F9F9D7A}" type="presOf" srcId="{71F71B0C-8C0B-4E87-A82C-AF78BD780C23}" destId="{E49BD205-DA01-4F9F-9452-123FE07BB9C6}" srcOrd="0" destOrd="0" presId="urn:microsoft.com/office/officeart/2008/layout/NameandTitleOrganizationalChart"/>
    <dgm:cxn modelId="{1EFA79C5-A13B-46CF-A41C-1D118AD00B44}" srcId="{C91DB2A7-F18A-444F-8BDB-2A595ABCE6A0}" destId="{AE6AB62B-82A1-4B16-B9D0-B01FF47DBD94}" srcOrd="1" destOrd="0" parTransId="{0C8E5BEB-C3F1-4542-901E-DB9FE8F8EE3C}" sibTransId="{5079FA02-31E5-42AB-B487-9F735E6B1D3A}"/>
    <dgm:cxn modelId="{661DBB21-3914-421C-95BD-52EE7CA825F5}" type="presOf" srcId="{6F3DF77D-6F92-4FC7-BCB6-78D7728A3F08}" destId="{5AB2CBAC-2488-4886-9076-A25E9FBB2519}" srcOrd="0" destOrd="0" presId="urn:microsoft.com/office/officeart/2008/layout/NameandTitleOrganizationalChart"/>
    <dgm:cxn modelId="{27AF88D7-24E0-4B43-9F24-7BEFBAAF2C35}" type="presOf" srcId="{C56AE059-8F0E-4734-9F3F-650E8644057E}" destId="{631FD14D-2C4A-4B8F-8438-38785EE917B8}" srcOrd="0" destOrd="0" presId="urn:microsoft.com/office/officeart/2008/layout/NameandTitleOrganizationalChart"/>
    <dgm:cxn modelId="{B210EF5C-C92D-46D0-97F3-D23D3B037D56}" type="presOf" srcId="{D1DDF7CB-D9BD-4C1B-8B50-288AA6CE7B0B}" destId="{B24B46B9-950F-4075-922F-D0453CAFF43F}" srcOrd="0" destOrd="0" presId="urn:microsoft.com/office/officeart/2008/layout/NameandTitleOrganizationalChart"/>
    <dgm:cxn modelId="{311EC04F-9107-4AAC-8AC3-421EA0698398}" type="presOf" srcId="{16BAD999-6366-4E77-B089-3245845E3877}" destId="{6CDF82F6-1479-44CE-9C2B-2E00BE5063D1}" srcOrd="1" destOrd="0" presId="urn:microsoft.com/office/officeart/2008/layout/NameandTitleOrganizationalChart"/>
    <dgm:cxn modelId="{513F73AB-56EB-4880-8F3A-84C75DF627B9}" srcId="{C91DB2A7-F18A-444F-8BDB-2A595ABCE6A0}" destId="{B969B946-9A87-4180-8BB3-5AEC95B757F2}" srcOrd="0" destOrd="0" parTransId="{4238CDB2-DD55-46B1-A672-90D3237B4A8D}" sibTransId="{BD5E5B97-D1CF-4947-945A-5465A86740C6}"/>
    <dgm:cxn modelId="{2720C339-8517-49BB-BE70-9CA6564F3826}" type="presOf" srcId="{4238CDB2-DD55-46B1-A672-90D3237B4A8D}" destId="{1A1BE6DD-DD14-4A75-BD01-B035B28B2526}" srcOrd="0" destOrd="0" presId="urn:microsoft.com/office/officeart/2008/layout/NameandTitleOrganizationalChart"/>
    <dgm:cxn modelId="{01CD5546-C402-4C09-90A9-A93AAC34B11E}" type="presOf" srcId="{B969B946-9A87-4180-8BB3-5AEC95B757F2}" destId="{96BD25EB-72C1-4C05-A5AD-7439A4C8A8D7}" srcOrd="0" destOrd="0" presId="urn:microsoft.com/office/officeart/2008/layout/NameandTitleOrganizationalChart"/>
    <dgm:cxn modelId="{50244E73-8FB8-4982-A754-630818A3BB94}" type="presOf" srcId="{0C8E5BEB-C3F1-4542-901E-DB9FE8F8EE3C}" destId="{C1DED97E-7C43-4AEB-A422-38C496E9A2AA}" srcOrd="0" destOrd="0" presId="urn:microsoft.com/office/officeart/2008/layout/NameandTitleOrganizationalChart"/>
    <dgm:cxn modelId="{8969CA3B-AC4B-4EF7-A5F4-90ED2840E042}" srcId="{C91DB2A7-F18A-444F-8BDB-2A595ABCE6A0}" destId="{71F71B0C-8C0B-4E87-A82C-AF78BD780C23}" srcOrd="3" destOrd="0" parTransId="{D5314D71-ECCA-4BE7-B6D8-9075B0DD1767}" sibTransId="{B89CBA1C-452A-4A52-BFB9-4B06EB7BEBFA}"/>
    <dgm:cxn modelId="{BC1E4B77-EDDA-4EE7-BE83-69EB858602B9}" type="presOf" srcId="{B89CBA1C-452A-4A52-BFB9-4B06EB7BEBFA}" destId="{53F1324C-D4D1-43D7-AED2-053219170B47}" srcOrd="0" destOrd="0" presId="urn:microsoft.com/office/officeart/2008/layout/NameandTitleOrganizationalChart"/>
    <dgm:cxn modelId="{F978416F-3E7B-4569-A5CB-FBE96A9AD694}" type="presOf" srcId="{7A9B5B6D-9A6C-4AE7-9ED7-F730E0CCB004}" destId="{F0A2AA27-F96B-45D5-A55C-6EA9B78B1033}" srcOrd="0" destOrd="0" presId="urn:microsoft.com/office/officeart/2008/layout/NameandTitleOrganizationalChart"/>
    <dgm:cxn modelId="{6E2ABE19-94F1-4D04-981C-78E2C01802C2}" type="presOf" srcId="{BD5E5B97-D1CF-4947-945A-5465A86740C6}" destId="{63B5C46A-2266-4653-823C-3BD83D09D0D9}" srcOrd="0" destOrd="0" presId="urn:microsoft.com/office/officeart/2008/layout/NameandTitleOrganizationalChart"/>
    <dgm:cxn modelId="{27082DB5-DFF9-493A-9C02-8618D30C1484}" type="presOf" srcId="{D5314D71-ECCA-4BE7-B6D8-9075B0DD1767}" destId="{F313E60E-6E23-4360-B5A4-CBF798D2367C}" srcOrd="0" destOrd="0" presId="urn:microsoft.com/office/officeart/2008/layout/NameandTitleOrganizationalChart"/>
    <dgm:cxn modelId="{2A126F9F-49FB-4751-B6F5-DA5FD9983AC3}" type="presOf" srcId="{9C71122C-E8E8-42C0-9BC7-467575F5E6F0}" destId="{4BB20B26-2AF9-4CC2-A873-0C5B07EA1778}" srcOrd="0" destOrd="0" presId="urn:microsoft.com/office/officeart/2008/layout/NameandTitleOrganizationalChart"/>
    <dgm:cxn modelId="{DED10C9E-34E2-44E7-8B90-6E560821FDCF}" type="presOf" srcId="{A5D6F076-D149-4224-BEB1-9498B27431A8}" destId="{C0191BFD-5188-406F-9DE9-7F653CFFD246}" srcOrd="0" destOrd="0" presId="urn:microsoft.com/office/officeart/2008/layout/NameandTitleOrganizationalChart"/>
    <dgm:cxn modelId="{ED67DEF4-C946-43AA-9229-F9DCD77F2795}" type="presOf" srcId="{AE6AB62B-82A1-4B16-B9D0-B01FF47DBD94}" destId="{AEE31A64-C0F0-4358-BC8B-FBC49E8B0639}" srcOrd="0" destOrd="0" presId="urn:microsoft.com/office/officeart/2008/layout/NameandTitleOrganizationalChart"/>
    <dgm:cxn modelId="{BB002066-10EE-47C3-B55F-DFE2C70938DD}" type="presOf" srcId="{71F71B0C-8C0B-4E87-A82C-AF78BD780C23}" destId="{BD4F3567-196A-4876-A0B0-41627B950732}" srcOrd="1" destOrd="0" presId="urn:microsoft.com/office/officeart/2008/layout/NameandTitleOrganizationalChart"/>
    <dgm:cxn modelId="{D2CD5A6A-2F0A-4616-AD86-E1EE55B98BD1}" type="presParOf" srcId="{589F6539-AC0D-44F4-AB27-FFE9C85BD1CB}" destId="{5FD65F64-9331-4994-AF1C-E5974E3AE142}" srcOrd="0" destOrd="0" presId="urn:microsoft.com/office/officeart/2008/layout/NameandTitleOrganizationalChart"/>
    <dgm:cxn modelId="{62486FE2-4BA6-4B7F-B51B-346364E60D2D}" type="presParOf" srcId="{5FD65F64-9331-4994-AF1C-E5974E3AE142}" destId="{1271446F-3C38-447E-B03B-0CD6E9A7D338}" srcOrd="0" destOrd="0" presId="urn:microsoft.com/office/officeart/2008/layout/NameandTitleOrganizationalChart"/>
    <dgm:cxn modelId="{99C0D55A-A4D5-414D-ABAB-F69730DA6A3F}" type="presParOf" srcId="{1271446F-3C38-447E-B03B-0CD6E9A7D338}" destId="{FB929449-3EAA-471A-9708-0249B122EFDC}" srcOrd="0" destOrd="0" presId="urn:microsoft.com/office/officeart/2008/layout/NameandTitleOrganizationalChart"/>
    <dgm:cxn modelId="{D7F2BE02-3183-4FD0-8A7E-A86F68D731DC}" type="presParOf" srcId="{1271446F-3C38-447E-B03B-0CD6E9A7D338}" destId="{F0A2AA27-F96B-45D5-A55C-6EA9B78B1033}" srcOrd="1" destOrd="0" presId="urn:microsoft.com/office/officeart/2008/layout/NameandTitleOrganizationalChart"/>
    <dgm:cxn modelId="{682CA7A9-5548-434E-B853-8571D0382D21}" type="presParOf" srcId="{1271446F-3C38-447E-B03B-0CD6E9A7D338}" destId="{C41EC09F-B66C-4CB3-802E-745161772FB9}" srcOrd="2" destOrd="0" presId="urn:microsoft.com/office/officeart/2008/layout/NameandTitleOrganizationalChart"/>
    <dgm:cxn modelId="{00788F78-2B3C-418E-BA47-0CDCC065D586}" type="presParOf" srcId="{5FD65F64-9331-4994-AF1C-E5974E3AE142}" destId="{CF3DF1E0-3137-4AF2-AFC9-64216153A0B4}" srcOrd="1" destOrd="0" presId="urn:microsoft.com/office/officeart/2008/layout/NameandTitleOrganizationalChart"/>
    <dgm:cxn modelId="{84ADC4A0-30BA-418B-B8F9-6B12750B34E7}" type="presParOf" srcId="{CF3DF1E0-3137-4AF2-AFC9-64216153A0B4}" destId="{C1DED97E-7C43-4AEB-A422-38C496E9A2AA}" srcOrd="0" destOrd="0" presId="urn:microsoft.com/office/officeart/2008/layout/NameandTitleOrganizationalChart"/>
    <dgm:cxn modelId="{D61A58FC-31EC-44C2-B474-BCD5B8E5DDE6}" type="presParOf" srcId="{CF3DF1E0-3137-4AF2-AFC9-64216153A0B4}" destId="{8B8F20C0-4ABB-42FF-AEED-374AE1358696}" srcOrd="1" destOrd="0" presId="urn:microsoft.com/office/officeart/2008/layout/NameandTitleOrganizationalChart"/>
    <dgm:cxn modelId="{151FD9A5-D996-42E7-BDC0-5C00D44F4621}" type="presParOf" srcId="{8B8F20C0-4ABB-42FF-AEED-374AE1358696}" destId="{A09100BC-813A-441B-8B08-6BF9BE1E07F7}" srcOrd="0" destOrd="0" presId="urn:microsoft.com/office/officeart/2008/layout/NameandTitleOrganizationalChart"/>
    <dgm:cxn modelId="{953BA1CF-0419-45BF-A585-04D07EC0A2BB}" type="presParOf" srcId="{A09100BC-813A-441B-8B08-6BF9BE1E07F7}" destId="{AEE31A64-C0F0-4358-BC8B-FBC49E8B0639}" srcOrd="0" destOrd="0" presId="urn:microsoft.com/office/officeart/2008/layout/NameandTitleOrganizationalChart"/>
    <dgm:cxn modelId="{BF3138D1-2660-4C4E-AD3D-4D34E241097E}" type="presParOf" srcId="{A09100BC-813A-441B-8B08-6BF9BE1E07F7}" destId="{2FA05B7E-0BA2-41FF-ACBE-6F52E7C1826F}" srcOrd="1" destOrd="0" presId="urn:microsoft.com/office/officeart/2008/layout/NameandTitleOrganizationalChart"/>
    <dgm:cxn modelId="{FCC710B7-F29E-491F-8C8E-F5CCC5AF487A}" type="presParOf" srcId="{A09100BC-813A-441B-8B08-6BF9BE1E07F7}" destId="{60270A68-BBEF-44A4-ADDB-6E9E7AC490A3}" srcOrd="2" destOrd="0" presId="urn:microsoft.com/office/officeart/2008/layout/NameandTitleOrganizationalChart"/>
    <dgm:cxn modelId="{F423DB07-33B5-4D38-8A97-33F5E0683684}" type="presParOf" srcId="{8B8F20C0-4ABB-42FF-AEED-374AE1358696}" destId="{DBAA7753-D6EB-4B77-A8AA-0FB54FD7FD48}" srcOrd="1" destOrd="0" presId="urn:microsoft.com/office/officeart/2008/layout/NameandTitleOrganizationalChart"/>
    <dgm:cxn modelId="{9C3FB9D9-1F7C-421F-94A8-4A4AC9695BF4}" type="presParOf" srcId="{DBAA7753-D6EB-4B77-A8AA-0FB54FD7FD48}" destId="{B24B46B9-950F-4075-922F-D0453CAFF43F}" srcOrd="0" destOrd="0" presId="urn:microsoft.com/office/officeart/2008/layout/NameandTitleOrganizationalChart"/>
    <dgm:cxn modelId="{5C26B04A-44C7-4A33-96C9-9A6FFFA03D75}" type="presParOf" srcId="{DBAA7753-D6EB-4B77-A8AA-0FB54FD7FD48}" destId="{640B16AB-58CE-4AC1-83E1-884CC7416D29}" srcOrd="1" destOrd="0" presId="urn:microsoft.com/office/officeart/2008/layout/NameandTitleOrganizationalChart"/>
    <dgm:cxn modelId="{81F11382-D3A7-4761-9C55-CA36563C1A84}" type="presParOf" srcId="{640B16AB-58CE-4AC1-83E1-884CC7416D29}" destId="{89E703D5-E539-4969-94D8-0CB0137778E8}" srcOrd="0" destOrd="0" presId="urn:microsoft.com/office/officeart/2008/layout/NameandTitleOrganizationalChart"/>
    <dgm:cxn modelId="{F3ED11A5-9D81-4362-B19C-716470597894}" type="presParOf" srcId="{89E703D5-E539-4969-94D8-0CB0137778E8}" destId="{631FD14D-2C4A-4B8F-8438-38785EE917B8}" srcOrd="0" destOrd="0" presId="urn:microsoft.com/office/officeart/2008/layout/NameandTitleOrganizationalChart"/>
    <dgm:cxn modelId="{8956726E-7B3A-45B3-B6EC-0F40FDDDFAB8}" type="presParOf" srcId="{89E703D5-E539-4969-94D8-0CB0137778E8}" destId="{F94A1D0A-745A-48E7-86F6-6636B6AA42B0}" srcOrd="1" destOrd="0" presId="urn:microsoft.com/office/officeart/2008/layout/NameandTitleOrganizationalChart"/>
    <dgm:cxn modelId="{B0EF6D1E-F0F5-470A-9178-2DC5B4A0C3D8}" type="presParOf" srcId="{89E703D5-E539-4969-94D8-0CB0137778E8}" destId="{EB4532B8-8A16-494B-BCF4-BBA8AF5887FA}" srcOrd="2" destOrd="0" presId="urn:microsoft.com/office/officeart/2008/layout/NameandTitleOrganizationalChart"/>
    <dgm:cxn modelId="{46C5B913-1206-4133-813A-675B4B1857CF}" type="presParOf" srcId="{640B16AB-58CE-4AC1-83E1-884CC7416D29}" destId="{B9AB740E-45C7-413C-BF08-28F440879241}" srcOrd="1" destOrd="0" presId="urn:microsoft.com/office/officeart/2008/layout/NameandTitleOrganizationalChart"/>
    <dgm:cxn modelId="{D00899CD-2330-4165-B68B-B80E4AFCB95E}" type="presParOf" srcId="{640B16AB-58CE-4AC1-83E1-884CC7416D29}" destId="{EB4F5FE5-D8F5-43C9-AB82-18FEAA6B8178}" srcOrd="2" destOrd="0" presId="urn:microsoft.com/office/officeart/2008/layout/NameandTitleOrganizationalChart"/>
    <dgm:cxn modelId="{FB78985C-7F22-4C4F-99F6-69982BBD663F}" type="presParOf" srcId="{DBAA7753-D6EB-4B77-A8AA-0FB54FD7FD48}" destId="{C0191BFD-5188-406F-9DE9-7F653CFFD246}" srcOrd="2" destOrd="0" presId="urn:microsoft.com/office/officeart/2008/layout/NameandTitleOrganizationalChart"/>
    <dgm:cxn modelId="{6DD56E64-1E12-4846-8EE3-1F4447BA0558}" type="presParOf" srcId="{DBAA7753-D6EB-4B77-A8AA-0FB54FD7FD48}" destId="{F24B963A-CCC2-496D-8EFC-868DF9070E57}" srcOrd="3" destOrd="0" presId="urn:microsoft.com/office/officeart/2008/layout/NameandTitleOrganizationalChart"/>
    <dgm:cxn modelId="{879C9180-9D22-4042-A694-9693774D7143}" type="presParOf" srcId="{F24B963A-CCC2-496D-8EFC-868DF9070E57}" destId="{773BB283-26A3-44EB-A86F-4298214C26CA}" srcOrd="0" destOrd="0" presId="urn:microsoft.com/office/officeart/2008/layout/NameandTitleOrganizationalChart"/>
    <dgm:cxn modelId="{46EA87DA-8EE0-4FDD-82FF-6AE6024E6247}" type="presParOf" srcId="{773BB283-26A3-44EB-A86F-4298214C26CA}" destId="{1016D7FA-441A-4A95-AECF-5B17E3567A72}" srcOrd="0" destOrd="0" presId="urn:microsoft.com/office/officeart/2008/layout/NameandTitleOrganizationalChart"/>
    <dgm:cxn modelId="{73553870-B18D-40C3-BF9E-EF30511EC03A}" type="presParOf" srcId="{773BB283-26A3-44EB-A86F-4298214C26CA}" destId="{07A88A1A-7AC1-4B21-A9FB-A8BD2DB23A7B}" srcOrd="1" destOrd="0" presId="urn:microsoft.com/office/officeart/2008/layout/NameandTitleOrganizationalChart"/>
    <dgm:cxn modelId="{FC72DF3D-58E7-4D0C-8EA4-55A2357932CC}" type="presParOf" srcId="{773BB283-26A3-44EB-A86F-4298214C26CA}" destId="{6CDF82F6-1479-44CE-9C2B-2E00BE5063D1}" srcOrd="2" destOrd="0" presId="urn:microsoft.com/office/officeart/2008/layout/NameandTitleOrganizationalChart"/>
    <dgm:cxn modelId="{8F6ED04F-7410-4441-80F6-1AAD4F100D20}" type="presParOf" srcId="{F24B963A-CCC2-496D-8EFC-868DF9070E57}" destId="{C8BA762B-A62D-4C0D-BFD1-9247BBB89656}" srcOrd="1" destOrd="0" presId="urn:microsoft.com/office/officeart/2008/layout/NameandTitleOrganizationalChart"/>
    <dgm:cxn modelId="{9412195F-3C55-4840-9983-7BCFFE2A9496}" type="presParOf" srcId="{F24B963A-CCC2-496D-8EFC-868DF9070E57}" destId="{10EDFBF0-61D0-4379-93F3-0573EDC8974B}" srcOrd="2" destOrd="0" presId="urn:microsoft.com/office/officeart/2008/layout/NameandTitleOrganizationalChart"/>
    <dgm:cxn modelId="{48E88AB9-B090-4D4B-B820-E061694C038F}" type="presParOf" srcId="{8B8F20C0-4ABB-42FF-AEED-374AE1358696}" destId="{07E56C35-E533-4630-9CD2-8BF3D71DB036}" srcOrd="2" destOrd="0" presId="urn:microsoft.com/office/officeart/2008/layout/NameandTitleOrganizationalChart"/>
    <dgm:cxn modelId="{A5BA4518-925B-40EC-AB6F-5D9A63A34E43}" type="presParOf" srcId="{CF3DF1E0-3137-4AF2-AFC9-64216153A0B4}" destId="{5AB2CBAC-2488-4886-9076-A25E9FBB2519}" srcOrd="2" destOrd="0" presId="urn:microsoft.com/office/officeart/2008/layout/NameandTitleOrganizationalChart"/>
    <dgm:cxn modelId="{B8F3F39B-0457-4E68-B78F-A6F91C2FB896}" type="presParOf" srcId="{CF3DF1E0-3137-4AF2-AFC9-64216153A0B4}" destId="{C2D7822C-8AF7-4E39-88A1-21E5D278EDFC}" srcOrd="3" destOrd="0" presId="urn:microsoft.com/office/officeart/2008/layout/NameandTitleOrganizationalChart"/>
    <dgm:cxn modelId="{AAFAEE87-6DFC-4CC3-A500-65AC72A189DB}" type="presParOf" srcId="{C2D7822C-8AF7-4E39-88A1-21E5D278EDFC}" destId="{EB13E646-C5EE-42DC-A418-9456A0632A12}" srcOrd="0" destOrd="0" presId="urn:microsoft.com/office/officeart/2008/layout/NameandTitleOrganizationalChart"/>
    <dgm:cxn modelId="{D8501E32-1D14-408C-8CC1-ECB6ADE4D871}" type="presParOf" srcId="{EB13E646-C5EE-42DC-A418-9456A0632A12}" destId="{4F2FB826-E219-4C7A-A171-24728188C098}" srcOrd="0" destOrd="0" presId="urn:microsoft.com/office/officeart/2008/layout/NameandTitleOrganizationalChart"/>
    <dgm:cxn modelId="{15CF7A7F-40E5-413E-98AD-CDF7B785CA7D}" type="presParOf" srcId="{EB13E646-C5EE-42DC-A418-9456A0632A12}" destId="{4BB20B26-2AF9-4CC2-A873-0C5B07EA1778}" srcOrd="1" destOrd="0" presId="urn:microsoft.com/office/officeart/2008/layout/NameandTitleOrganizationalChart"/>
    <dgm:cxn modelId="{C7727C08-93CB-4112-97E9-2E85146DE649}" type="presParOf" srcId="{EB13E646-C5EE-42DC-A418-9456A0632A12}" destId="{F361C1FB-5F46-45B4-B3FC-BE3718206FBF}" srcOrd="2" destOrd="0" presId="urn:microsoft.com/office/officeart/2008/layout/NameandTitleOrganizationalChart"/>
    <dgm:cxn modelId="{1CE22F92-4E29-43AE-9F9A-5A1FBF1ED09B}" type="presParOf" srcId="{C2D7822C-8AF7-4E39-88A1-21E5D278EDFC}" destId="{688AC0B2-53E2-487C-A3C4-055A492CDC05}" srcOrd="1" destOrd="0" presId="urn:microsoft.com/office/officeart/2008/layout/NameandTitleOrganizationalChart"/>
    <dgm:cxn modelId="{31225108-1E18-463D-9158-67AEDA09C871}" type="presParOf" srcId="{C2D7822C-8AF7-4E39-88A1-21E5D278EDFC}" destId="{1F3E776B-4E26-4B57-9EB9-24CF91219263}" srcOrd="2" destOrd="0" presId="urn:microsoft.com/office/officeart/2008/layout/NameandTitleOrganizationalChart"/>
    <dgm:cxn modelId="{7D65EBE9-E131-4A8F-B30B-03B458E6B440}" type="presParOf" srcId="{CF3DF1E0-3137-4AF2-AFC9-64216153A0B4}" destId="{F313E60E-6E23-4360-B5A4-CBF798D2367C}" srcOrd="4" destOrd="0" presId="urn:microsoft.com/office/officeart/2008/layout/NameandTitleOrganizationalChart"/>
    <dgm:cxn modelId="{296BF116-F35B-42C1-9756-0F157599B5FC}" type="presParOf" srcId="{CF3DF1E0-3137-4AF2-AFC9-64216153A0B4}" destId="{C0E6870A-53F8-47D7-9361-A53F405F3D76}" srcOrd="5" destOrd="0" presId="urn:microsoft.com/office/officeart/2008/layout/NameandTitleOrganizationalChart"/>
    <dgm:cxn modelId="{0E4EFF67-5A19-40C1-A0A4-2A0B2CEB53E4}" type="presParOf" srcId="{C0E6870A-53F8-47D7-9361-A53F405F3D76}" destId="{024F1017-4DC5-4212-A08D-164C2D0F37F7}" srcOrd="0" destOrd="0" presId="urn:microsoft.com/office/officeart/2008/layout/NameandTitleOrganizationalChart"/>
    <dgm:cxn modelId="{CC65CFAA-8F3C-45C7-BC76-522F23B6C501}" type="presParOf" srcId="{024F1017-4DC5-4212-A08D-164C2D0F37F7}" destId="{E49BD205-DA01-4F9F-9452-123FE07BB9C6}" srcOrd="0" destOrd="0" presId="urn:microsoft.com/office/officeart/2008/layout/NameandTitleOrganizationalChart"/>
    <dgm:cxn modelId="{04B8169C-BE2A-4142-B924-B7624F068991}" type="presParOf" srcId="{024F1017-4DC5-4212-A08D-164C2D0F37F7}" destId="{53F1324C-D4D1-43D7-AED2-053219170B47}" srcOrd="1" destOrd="0" presId="urn:microsoft.com/office/officeart/2008/layout/NameandTitleOrganizationalChart"/>
    <dgm:cxn modelId="{616B4936-9EA7-45BC-A2A1-1B7B07CE894E}" type="presParOf" srcId="{024F1017-4DC5-4212-A08D-164C2D0F37F7}" destId="{BD4F3567-196A-4876-A0B0-41627B950732}" srcOrd="2" destOrd="0" presId="urn:microsoft.com/office/officeart/2008/layout/NameandTitleOrganizationalChart"/>
    <dgm:cxn modelId="{334AEBF2-0222-4B68-994E-CBF63F699CD8}" type="presParOf" srcId="{C0E6870A-53F8-47D7-9361-A53F405F3D76}" destId="{4CF7001D-FBD9-4789-86A6-26D877FD27EB}" srcOrd="1" destOrd="0" presId="urn:microsoft.com/office/officeart/2008/layout/NameandTitleOrganizationalChart"/>
    <dgm:cxn modelId="{368EB2B2-100D-4EE5-AEB5-7CC9F4B255A7}" type="presParOf" srcId="{C0E6870A-53F8-47D7-9361-A53F405F3D76}" destId="{8409F260-5BFF-4861-A3A8-ADA03DF83211}" srcOrd="2" destOrd="0" presId="urn:microsoft.com/office/officeart/2008/layout/NameandTitleOrganizationalChart"/>
    <dgm:cxn modelId="{F07C24B6-898C-4054-BE7F-53048A8D70CE}" type="presParOf" srcId="{5FD65F64-9331-4994-AF1C-E5974E3AE142}" destId="{8ED53412-546C-4BDA-91CD-99BD45700E4A}" srcOrd="2" destOrd="0" presId="urn:microsoft.com/office/officeart/2008/layout/NameandTitleOrganizationalChart"/>
    <dgm:cxn modelId="{2E5101D5-A1BC-46F8-A9B3-B59AE2436A2B}" type="presParOf" srcId="{8ED53412-546C-4BDA-91CD-99BD45700E4A}" destId="{1A1BE6DD-DD14-4A75-BD01-B035B28B2526}" srcOrd="0" destOrd="0" presId="urn:microsoft.com/office/officeart/2008/layout/NameandTitleOrganizationalChart"/>
    <dgm:cxn modelId="{100C5B0C-ADE2-4622-ABE9-27587EFB4036}" type="presParOf" srcId="{8ED53412-546C-4BDA-91CD-99BD45700E4A}" destId="{3C43769D-DBED-4680-8D25-FD110672E1E8}" srcOrd="1" destOrd="0" presId="urn:microsoft.com/office/officeart/2008/layout/NameandTitleOrganizationalChart"/>
    <dgm:cxn modelId="{0718E0BA-D7CB-481E-B9C2-7919475062F6}" type="presParOf" srcId="{3C43769D-DBED-4680-8D25-FD110672E1E8}" destId="{75DBD7DF-8DC5-46C2-A7AF-AD9033611ECF}" srcOrd="0" destOrd="0" presId="urn:microsoft.com/office/officeart/2008/layout/NameandTitleOrganizationalChart"/>
    <dgm:cxn modelId="{54A6595E-41A2-4CF6-A3A7-E7DD945475FF}" type="presParOf" srcId="{75DBD7DF-8DC5-46C2-A7AF-AD9033611ECF}" destId="{96BD25EB-72C1-4C05-A5AD-7439A4C8A8D7}" srcOrd="0" destOrd="0" presId="urn:microsoft.com/office/officeart/2008/layout/NameandTitleOrganizationalChart"/>
    <dgm:cxn modelId="{52FF3522-B022-40AD-9572-B0E859989936}" type="presParOf" srcId="{75DBD7DF-8DC5-46C2-A7AF-AD9033611ECF}" destId="{63B5C46A-2266-4653-823C-3BD83D09D0D9}" srcOrd="1" destOrd="0" presId="urn:microsoft.com/office/officeart/2008/layout/NameandTitleOrganizationalChart"/>
    <dgm:cxn modelId="{B7D90507-F70B-44FF-A044-7577654E45CC}" type="presParOf" srcId="{75DBD7DF-8DC5-46C2-A7AF-AD9033611ECF}" destId="{CAEA592A-781F-4883-B128-D9D91A43AC10}" srcOrd="2" destOrd="0" presId="urn:microsoft.com/office/officeart/2008/layout/NameandTitleOrganizationalChart"/>
    <dgm:cxn modelId="{76863A5E-6F90-46C6-9246-220125B7CFDA}" type="presParOf" srcId="{3C43769D-DBED-4680-8D25-FD110672E1E8}" destId="{389AA6FA-08CC-42B0-BBB0-B79A0396DEC6}" srcOrd="1" destOrd="0" presId="urn:microsoft.com/office/officeart/2008/layout/NameandTitleOrganizationalChart"/>
    <dgm:cxn modelId="{6120078E-E392-4345-82A5-1D80FFCBA6FD}" type="presParOf" srcId="{3C43769D-DBED-4680-8D25-FD110672E1E8}" destId="{6977057A-5DD5-4813-9896-C6C08445578B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BE6DD-DD14-4A75-BD01-B035B28B2526}">
      <dsp:nvSpPr>
        <dsp:cNvPr id="0" name=""/>
        <dsp:cNvSpPr/>
      </dsp:nvSpPr>
      <dsp:spPr>
        <a:xfrm>
          <a:off x="3712163" y="855506"/>
          <a:ext cx="487470" cy="972692"/>
        </a:xfrm>
        <a:custGeom>
          <a:avLst/>
          <a:gdLst/>
          <a:ahLst/>
          <a:cxnLst/>
          <a:rect l="0" t="0" r="0" b="0"/>
          <a:pathLst>
            <a:path>
              <a:moveTo>
                <a:pt x="487470" y="0"/>
              </a:moveTo>
              <a:lnTo>
                <a:pt x="487470" y="972692"/>
              </a:lnTo>
              <a:lnTo>
                <a:pt x="0" y="97269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3E60E-6E23-4360-B5A4-CBF798D2367C}">
      <dsp:nvSpPr>
        <dsp:cNvPr id="0" name=""/>
        <dsp:cNvSpPr/>
      </dsp:nvSpPr>
      <dsp:spPr>
        <a:xfrm>
          <a:off x="4199634" y="855506"/>
          <a:ext cx="2151119" cy="1874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5097"/>
              </a:lnTo>
              <a:lnTo>
                <a:pt x="2151119" y="1695097"/>
              </a:lnTo>
              <a:lnTo>
                <a:pt x="2151119" y="18748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2CBAC-2488-4886-9076-A25E9FBB2519}">
      <dsp:nvSpPr>
        <dsp:cNvPr id="0" name=""/>
        <dsp:cNvSpPr/>
      </dsp:nvSpPr>
      <dsp:spPr>
        <a:xfrm>
          <a:off x="4049864" y="855506"/>
          <a:ext cx="149769" cy="1874807"/>
        </a:xfrm>
        <a:custGeom>
          <a:avLst/>
          <a:gdLst/>
          <a:ahLst/>
          <a:cxnLst/>
          <a:rect l="0" t="0" r="0" b="0"/>
          <a:pathLst>
            <a:path>
              <a:moveTo>
                <a:pt x="149769" y="0"/>
              </a:moveTo>
              <a:lnTo>
                <a:pt x="149769" y="1695097"/>
              </a:lnTo>
              <a:lnTo>
                <a:pt x="0" y="1695097"/>
              </a:lnTo>
              <a:lnTo>
                <a:pt x="0" y="18748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91BFD-5188-406F-9DE9-7F653CFFD246}">
      <dsp:nvSpPr>
        <dsp:cNvPr id="0" name=""/>
        <dsp:cNvSpPr/>
      </dsp:nvSpPr>
      <dsp:spPr>
        <a:xfrm>
          <a:off x="2047499" y="3500500"/>
          <a:ext cx="994101" cy="444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286"/>
              </a:lnTo>
              <a:lnTo>
                <a:pt x="994101" y="265286"/>
              </a:lnTo>
              <a:lnTo>
                <a:pt x="994101" y="4449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4B46B9-950F-4075-922F-D0453CAFF43F}">
      <dsp:nvSpPr>
        <dsp:cNvPr id="0" name=""/>
        <dsp:cNvSpPr/>
      </dsp:nvSpPr>
      <dsp:spPr>
        <a:xfrm>
          <a:off x="821967" y="3500500"/>
          <a:ext cx="1225531" cy="444996"/>
        </a:xfrm>
        <a:custGeom>
          <a:avLst/>
          <a:gdLst/>
          <a:ahLst/>
          <a:cxnLst/>
          <a:rect l="0" t="0" r="0" b="0"/>
          <a:pathLst>
            <a:path>
              <a:moveTo>
                <a:pt x="1225531" y="0"/>
              </a:moveTo>
              <a:lnTo>
                <a:pt x="1225531" y="265286"/>
              </a:lnTo>
              <a:lnTo>
                <a:pt x="0" y="265286"/>
              </a:lnTo>
              <a:lnTo>
                <a:pt x="0" y="4449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DED97E-7C43-4AEB-A422-38C496E9A2AA}">
      <dsp:nvSpPr>
        <dsp:cNvPr id="0" name=""/>
        <dsp:cNvSpPr/>
      </dsp:nvSpPr>
      <dsp:spPr>
        <a:xfrm>
          <a:off x="2047499" y="855506"/>
          <a:ext cx="2152134" cy="1874807"/>
        </a:xfrm>
        <a:custGeom>
          <a:avLst/>
          <a:gdLst/>
          <a:ahLst/>
          <a:cxnLst/>
          <a:rect l="0" t="0" r="0" b="0"/>
          <a:pathLst>
            <a:path>
              <a:moveTo>
                <a:pt x="2152134" y="0"/>
              </a:moveTo>
              <a:lnTo>
                <a:pt x="2152134" y="1695097"/>
              </a:lnTo>
              <a:lnTo>
                <a:pt x="0" y="1695097"/>
              </a:lnTo>
              <a:lnTo>
                <a:pt x="0" y="18748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29449-3EAA-471A-9708-0249B122EFDC}">
      <dsp:nvSpPr>
        <dsp:cNvPr id="0" name=""/>
        <dsp:cNvSpPr/>
      </dsp:nvSpPr>
      <dsp:spPr>
        <a:xfrm>
          <a:off x="3455860" y="85321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08682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CEO</a:t>
          </a:r>
          <a:endParaRPr lang="en-US" sz="1600" kern="1200" dirty="0"/>
        </a:p>
      </dsp:txBody>
      <dsp:txXfrm>
        <a:off x="3455860" y="85321"/>
        <a:ext cx="1487546" cy="770185"/>
      </dsp:txXfrm>
    </dsp:sp>
    <dsp:sp modelId="{F0A2AA27-F96B-45D5-A55C-6EA9B78B1033}">
      <dsp:nvSpPr>
        <dsp:cNvPr id="0" name=""/>
        <dsp:cNvSpPr/>
      </dsp:nvSpPr>
      <dsp:spPr>
        <a:xfrm>
          <a:off x="4007198" y="541750"/>
          <a:ext cx="2191401" cy="5419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Mr. SUDARSHAN KHOT</a:t>
          </a:r>
        </a:p>
      </dsp:txBody>
      <dsp:txXfrm>
        <a:off x="4007198" y="541750"/>
        <a:ext cx="2191401" cy="541935"/>
      </dsp:txXfrm>
    </dsp:sp>
    <dsp:sp modelId="{AEE31A64-C0F0-4358-BC8B-FBC49E8B0639}">
      <dsp:nvSpPr>
        <dsp:cNvPr id="0" name=""/>
        <dsp:cNvSpPr/>
      </dsp:nvSpPr>
      <dsp:spPr>
        <a:xfrm>
          <a:off x="1303726" y="2730314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PRODUCTION</a:t>
          </a:r>
        </a:p>
      </dsp:txBody>
      <dsp:txXfrm>
        <a:off x="1303726" y="2730314"/>
        <a:ext cx="1487546" cy="770185"/>
      </dsp:txXfrm>
    </dsp:sp>
    <dsp:sp modelId="{2FA05B7E-0BA2-41FF-ACBE-6F52E7C1826F}">
      <dsp:nvSpPr>
        <dsp:cNvPr id="0" name=""/>
        <dsp:cNvSpPr/>
      </dsp:nvSpPr>
      <dsp:spPr>
        <a:xfrm>
          <a:off x="1601236" y="3329347"/>
          <a:ext cx="1338791" cy="2567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4064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</dsp:txBody>
      <dsp:txXfrm>
        <a:off x="1601236" y="3329347"/>
        <a:ext cx="1338791" cy="256728"/>
      </dsp:txXfrm>
    </dsp:sp>
    <dsp:sp modelId="{631FD14D-2C4A-4B8F-8438-38785EE917B8}">
      <dsp:nvSpPr>
        <dsp:cNvPr id="0" name=""/>
        <dsp:cNvSpPr/>
      </dsp:nvSpPr>
      <dsp:spPr>
        <a:xfrm>
          <a:off x="78194" y="3945496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IN HOUSE</a:t>
          </a:r>
        </a:p>
      </dsp:txBody>
      <dsp:txXfrm>
        <a:off x="78194" y="3945496"/>
        <a:ext cx="1487546" cy="770185"/>
      </dsp:txXfrm>
    </dsp:sp>
    <dsp:sp modelId="{F94A1D0A-745A-48E7-86F6-6636B6AA42B0}">
      <dsp:nvSpPr>
        <dsp:cNvPr id="0" name=""/>
        <dsp:cNvSpPr/>
      </dsp:nvSpPr>
      <dsp:spPr>
        <a:xfrm>
          <a:off x="76899" y="4506401"/>
          <a:ext cx="1786617" cy="4911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Mr. YOGESH MANGAVE</a:t>
          </a:r>
        </a:p>
      </dsp:txBody>
      <dsp:txXfrm>
        <a:off x="76899" y="4506401"/>
        <a:ext cx="1786617" cy="491170"/>
      </dsp:txXfrm>
    </dsp:sp>
    <dsp:sp modelId="{1016D7FA-441A-4A95-AECF-5B17E3567A72}">
      <dsp:nvSpPr>
        <dsp:cNvPr id="0" name=""/>
        <dsp:cNvSpPr/>
      </dsp:nvSpPr>
      <dsp:spPr>
        <a:xfrm>
          <a:off x="2297828" y="3945496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OUT SOURCE</a:t>
          </a:r>
        </a:p>
      </dsp:txBody>
      <dsp:txXfrm>
        <a:off x="2297828" y="3945496"/>
        <a:ext cx="1487546" cy="770185"/>
      </dsp:txXfrm>
    </dsp:sp>
    <dsp:sp modelId="{07A88A1A-7AC1-4B21-A9FB-A8BD2DB23A7B}">
      <dsp:nvSpPr>
        <dsp:cNvPr id="0" name=""/>
        <dsp:cNvSpPr/>
      </dsp:nvSpPr>
      <dsp:spPr>
        <a:xfrm>
          <a:off x="2139311" y="4419663"/>
          <a:ext cx="1801652" cy="4051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+mn-lt"/>
              <a:cs typeface="Arial" panose="020B0604020202020204" pitchFamily="34" charset="0"/>
            </a:rPr>
            <a:t>Mr. AMIT PAWAR</a:t>
          </a:r>
        </a:p>
      </dsp:txBody>
      <dsp:txXfrm>
        <a:off x="2139311" y="4419663"/>
        <a:ext cx="1801652" cy="405166"/>
      </dsp:txXfrm>
    </dsp:sp>
    <dsp:sp modelId="{4F2FB826-E219-4C7A-A171-24728188C098}">
      <dsp:nvSpPr>
        <dsp:cNvPr id="0" name=""/>
        <dsp:cNvSpPr/>
      </dsp:nvSpPr>
      <dsp:spPr>
        <a:xfrm>
          <a:off x="3306091" y="2730314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QUALITY</a:t>
          </a:r>
        </a:p>
      </dsp:txBody>
      <dsp:txXfrm>
        <a:off x="3306091" y="2730314"/>
        <a:ext cx="1487546" cy="770185"/>
      </dsp:txXfrm>
    </dsp:sp>
    <dsp:sp modelId="{4BB20B26-2AF9-4CC2-A873-0C5B07EA1778}">
      <dsp:nvSpPr>
        <dsp:cNvPr id="0" name=""/>
        <dsp:cNvSpPr/>
      </dsp:nvSpPr>
      <dsp:spPr>
        <a:xfrm>
          <a:off x="3556843" y="3293702"/>
          <a:ext cx="1947098" cy="6787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Mr. TEJAS SURVE            Mr.  SUHAS KHOT</a:t>
          </a:r>
        </a:p>
      </dsp:txBody>
      <dsp:txXfrm>
        <a:off x="3556843" y="3293702"/>
        <a:ext cx="1947098" cy="678756"/>
      </dsp:txXfrm>
    </dsp:sp>
    <dsp:sp modelId="{E49BD205-DA01-4F9F-9452-123FE07BB9C6}">
      <dsp:nvSpPr>
        <dsp:cNvPr id="0" name=""/>
        <dsp:cNvSpPr/>
      </dsp:nvSpPr>
      <dsp:spPr>
        <a:xfrm>
          <a:off x="5606980" y="2730314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ACCOUNT </a:t>
          </a:r>
        </a:p>
      </dsp:txBody>
      <dsp:txXfrm>
        <a:off x="5606980" y="2730314"/>
        <a:ext cx="1487546" cy="770185"/>
      </dsp:txXfrm>
    </dsp:sp>
    <dsp:sp modelId="{53F1324C-D4D1-43D7-AED2-053219170B47}">
      <dsp:nvSpPr>
        <dsp:cNvPr id="0" name=""/>
        <dsp:cNvSpPr/>
      </dsp:nvSpPr>
      <dsp:spPr>
        <a:xfrm>
          <a:off x="5684160" y="3327399"/>
          <a:ext cx="1935839" cy="2795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+mn-lt"/>
              <a:cs typeface="Arial" panose="020B0604020202020204" pitchFamily="34" charset="0"/>
            </a:rPr>
            <a:t>Mr. DIPAK BOBADE</a:t>
          </a:r>
        </a:p>
      </dsp:txBody>
      <dsp:txXfrm>
        <a:off x="5684160" y="3327399"/>
        <a:ext cx="1935839" cy="279541"/>
      </dsp:txXfrm>
    </dsp:sp>
    <dsp:sp modelId="{96BD25EB-72C1-4C05-A5AD-7439A4C8A8D7}">
      <dsp:nvSpPr>
        <dsp:cNvPr id="0" name=""/>
        <dsp:cNvSpPr/>
      </dsp:nvSpPr>
      <dsp:spPr>
        <a:xfrm>
          <a:off x="2224617" y="1443106"/>
          <a:ext cx="1487546" cy="770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08682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MD</a:t>
          </a:r>
        </a:p>
      </dsp:txBody>
      <dsp:txXfrm>
        <a:off x="2224617" y="1443106"/>
        <a:ext cx="1487546" cy="770185"/>
      </dsp:txXfrm>
    </dsp:sp>
    <dsp:sp modelId="{63B5C46A-2266-4653-823C-3BD83D09D0D9}">
      <dsp:nvSpPr>
        <dsp:cNvPr id="0" name=""/>
        <dsp:cNvSpPr/>
      </dsp:nvSpPr>
      <dsp:spPr>
        <a:xfrm>
          <a:off x="2139988" y="1970113"/>
          <a:ext cx="2103067" cy="40078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Mr. SUHAS KHOT</a:t>
          </a:r>
        </a:p>
      </dsp:txBody>
      <dsp:txXfrm>
        <a:off x="2139988" y="1970113"/>
        <a:ext cx="2103067" cy="400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r">
              <a:defRPr sz="1200"/>
            </a:lvl1pPr>
          </a:lstStyle>
          <a:p>
            <a:fld id="{CBAC54A7-4409-4BC3-9984-0D0F688B56F8}" type="datetimeFigureOut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r">
              <a:defRPr sz="1200"/>
            </a:lvl1pPr>
          </a:lstStyle>
          <a:p>
            <a:fld id="{158E34A7-90EE-4A24-8952-20C9BC56EAE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6844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/>
          <a:lstStyle>
            <a:lvl1pPr algn="r">
              <a:defRPr sz="1200"/>
            </a:lvl1pPr>
          </a:lstStyle>
          <a:p>
            <a:fld id="{D94A3A41-492D-4372-BD1A-DCDB14256A64}" type="datetimeFigureOut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2188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7" tIns="48329" rIns="96657" bIns="4832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7" tIns="48329" rIns="96657" bIns="4832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l">
              <a:defRPr sz="1200"/>
            </a:lvl1pPr>
          </a:lstStyle>
          <a:p>
            <a:r>
              <a:rPr lang="en-US" dirty="0"/>
              <a:t>PAKO ENGINEERS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7" tIns="48329" rIns="96657" bIns="48329" rtlCol="0" anchor="b"/>
          <a:lstStyle>
            <a:lvl1pPr algn="r">
              <a:defRPr sz="1200"/>
            </a:lvl1pPr>
          </a:lstStyle>
          <a:p>
            <a:fld id="{D936EAD8-BFB5-41DF-A956-B72B1AD150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4934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PAKO ENGINEERS</a:t>
            </a:r>
          </a:p>
        </p:txBody>
      </p:sp>
    </p:spTree>
    <p:extLst>
      <p:ext uri="{BB962C8B-B14F-4D97-AF65-F5344CB8AC3E}">
        <p14:creationId xmlns:p14="http://schemas.microsoft.com/office/powerpoint/2010/main" val="167923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PAKO ENGINEERS</a:t>
            </a:r>
          </a:p>
        </p:txBody>
      </p:sp>
    </p:spTree>
    <p:extLst>
      <p:ext uri="{BB962C8B-B14F-4D97-AF65-F5344CB8AC3E}">
        <p14:creationId xmlns:p14="http://schemas.microsoft.com/office/powerpoint/2010/main" val="72034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PAKO ENGINEERS</a:t>
            </a:r>
          </a:p>
        </p:txBody>
      </p:sp>
    </p:spTree>
    <p:extLst>
      <p:ext uri="{BB962C8B-B14F-4D97-AF65-F5344CB8AC3E}">
        <p14:creationId xmlns:p14="http://schemas.microsoft.com/office/powerpoint/2010/main" val="283561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30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AE5976-0975-8FD1-B6B2-56EAD2D22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FF627E3-9550-ABB0-E924-0ABDD2F4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F84C49-CFDD-346E-7876-227F1F2E0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4C15-C9E9-42AB-B530-545EE71851C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4CF041-A509-D7F5-363F-F1AFF7B3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267D3-EA8C-687A-5854-ED0B63CE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92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18882-7DB0-5D80-A8D6-EA0C0802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106104-B31B-C2C9-FF5E-010C4770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972F1E-839E-9FDE-4A14-F5E4BE74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881385-49B8-1A18-DD15-03B07EF4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969610-1DEA-2D23-A518-62AB7485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20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8765-F12F-2F1B-5343-80081D09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AD1E39-8530-427C-2737-C32C4161C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93E879-4D07-11D0-66A5-E39474FD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A9F928-CFA0-1379-5841-451287F2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70CCF0-0AA3-5D26-5076-83F3C4B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233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06108-1FF1-B520-A7D3-E18C89BC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7F3D90-799A-8854-4216-0201E4C64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41810CB-B3B9-4220-C8CB-F75E4C650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B9661D8-7907-A836-823A-0E857959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492796-17AD-3FA7-A8DB-CB2159F4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C7BF1F-BFEA-9840-B6F7-6300D1B7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188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BEE211-6EEC-B7D3-420B-40A3DE02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45721F-20F9-945C-4CB8-8F019FE5D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A22E66-6067-8EDD-9350-24D3B7AA9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D5416FA-0DEB-F109-579B-322DBBC2B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22B22D2-D6EA-FC8E-5821-F00B767DE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007B93A-A2EA-9F16-2E82-115D1748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CF5B14A-3465-E534-E733-0FA78BCD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5BF300-0889-5C3B-0035-F649D14F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9404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2FB54-5068-3E99-454E-11E1B5B31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3B801A6-4CCB-F816-E883-AF9A0EAF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169E5-342B-444D-B0D1-29EB651FEF97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B1C2984-81D7-D1A5-D1EF-29E0546F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25021C-94B1-C94E-8F76-421871CD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7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07C26AB-9066-6D86-E4BC-8F636CA7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E0AC-5628-4199-8E59-C04D8F506AED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6584A0F-101E-548A-BD61-8DA0E834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F2CEE26-903B-7EF7-2BCB-2A0565B5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0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3A8219-4F1B-1491-9AFE-9444360E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6E9BFD-A2A8-7A42-453A-AD994C876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17C9C04-BDDE-711D-9EA1-50727736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03A5C7F-7A19-277E-9857-582F20CB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1050-6CF5-4866-8E57-6BDBC664BA2C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8899F0E-2986-9060-A298-2F096FF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F1A514-E3A5-81D6-6029-1BAFA365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9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69918-732F-78D8-6BBF-E72B32C8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D35A4BC-9BC7-9C14-CDD0-4111743F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6BA2661-119F-D4BF-52BE-FFBD4D73D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889810D-00CD-CDF5-4348-BE453D22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72B7B9D-EE82-F9B5-157C-F30A3962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0E0B96E-D1D3-67D1-30EC-21024533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A2CAAB-2B8B-D7A1-BBC0-FFCA93C7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E68550-C7F0-6CC4-BE18-F701E80B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69C161-6E28-0919-CA61-2C1D9896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F14378-4E91-FF0A-A917-E5FDFAF9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A75192-3FC0-FED8-7D89-49FF76E1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000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4DB0E10-D203-C830-A512-2D46FCB7C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3EA5678-F5C3-443C-6D0C-F09B7D5A5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487631-1C34-46F3-1E43-CAAE721A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F47054-D3D4-ECF4-3799-D9E84CC0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5B888B-43BC-B6F6-B612-23E44007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332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E1944-8FC0-462F-B8BB-82A55385FD0B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1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0000"/>
            <a:lum/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694AB3-F832-FCF8-A18A-CD282D88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E6605A-499A-8832-A607-8D6BB441C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22DE73-5763-C1AE-25D2-0C6B76A7F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54359-33CE-43E7-AFC2-6D2CFFFFDAEF}" type="datetime1">
              <a:rPr lang="en-US" smtClean="0"/>
              <a:pPr/>
              <a:t>05/26/2026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0BE1FA-AC2B-2703-3C82-D55E8FCAF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PAKO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5DBF9D-CF99-3E2B-203D-9AE5BFC3E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3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5.jpe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jpe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11" Type="http://schemas.openxmlformats.org/officeDocument/2006/relationships/image" Target="../media/image55.jpg"/><Relationship Id="rId5" Type="http://schemas.openxmlformats.org/officeDocument/2006/relationships/image" Target="../media/image49.png"/><Relationship Id="rId10" Type="http://schemas.openxmlformats.org/officeDocument/2006/relationships/image" Target="../media/image54.jpg"/><Relationship Id="rId4" Type="http://schemas.openxmlformats.org/officeDocument/2006/relationships/image" Target="../media/image48.jpeg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179576"/>
            <a:ext cx="8382000" cy="1470025"/>
          </a:xfrm>
        </p:spPr>
        <p:txBody>
          <a:bodyPr>
            <a:noAutofit/>
          </a:bodyPr>
          <a:lstStyle/>
          <a:p>
            <a:pPr marL="182880" indent="0">
              <a:buNone/>
            </a:pPr>
            <a:r>
              <a:rPr lang="en-US" sz="115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lang="en-US" sz="88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8981" y="3962400"/>
            <a:ext cx="8229600" cy="1752600"/>
          </a:xfrm>
        </p:spPr>
        <p:txBody>
          <a:bodyPr>
            <a:normAutofit fontScale="92500"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PAKO ENGINEERS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 &amp; EXPORTER OF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MACHINED COMPONENTS &amp; PUMP ASSEMBLIES</a:t>
            </a: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4419600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219200"/>
            <a:ext cx="8229600" cy="5334000"/>
          </a:xfrm>
        </p:spPr>
        <p:txBody>
          <a:bodyPr>
            <a:normAutofit fontScale="32500" lnSpcReduction="2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COMPANY :	PAKO ENGINEERS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OF ESTABLISHMENT :	1994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CERTIFIED ISO 9001 :2015</a:t>
            </a: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PERSON :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MR. SUDARSHAN KHOT   (CEO)     +91- 9921854252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           MR. SUHAS KHOT             (M.D)      +91- 9860269972</a:t>
            </a:r>
          </a:p>
          <a:p>
            <a:pPr>
              <a:buFont typeface="Wingdings" pitchFamily="2" charset="2"/>
              <a:buChar char="Ø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: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Manufactures &amp; Exports Shafts , Sleeves , Coupling , ump parts &amp; accessories in all material of construction.</a:t>
            </a: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POWER :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Engineers=2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Officers = 2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Technical Supervisors = 3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Quality Control = 2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Programmer = 2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Skilled Labour = 14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Semi Skilled Labour = 10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 staff  = 12</a:t>
            </a:r>
          </a:p>
          <a:p>
            <a:pPr lvl="2">
              <a:buFont typeface="Wingdings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Total Strength = 47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88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5775960"/>
            <a:ext cx="5410200" cy="1143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PAKO ENGINEERS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88ABB7B-835C-8DB1-3C28-586045AEBFD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295400" y="533400"/>
            <a:ext cx="6705600" cy="5029201"/>
          </a:xfrm>
        </p:spPr>
      </p:pic>
    </p:spTree>
    <p:extLst>
      <p:ext uri="{BB962C8B-B14F-4D97-AF65-F5344CB8AC3E}">
        <p14:creationId xmlns:p14="http://schemas.microsoft.com/office/powerpoint/2010/main" val="235573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6252"/>
            <a:ext cx="8229600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   STRUCTURE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81696942"/>
              </p:ext>
            </p:extLst>
          </p:nvPr>
        </p:nvGraphicFramePr>
        <p:xfrm>
          <a:off x="1295400" y="1143000"/>
          <a:ext cx="76200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883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8991600" cy="144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 FACILITIES  (IN HOUSE / OUTSIDE</a:t>
            </a:r>
            <a:r>
              <a:rPr lang="en-US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96413" y="1600200"/>
            <a:ext cx="8229600" cy="438912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buFont typeface="Wingdings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INHOUSE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HARDNESS TESTING 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CHECK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NDT (D.P.T) 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OUTSOURCE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TESTING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METALLURGICAL TEST PHYSICAL  AND CHEMICAL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 TREATMENT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NDT (RADIOGRAPHY)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PMI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Production Department Has All The Necessary Measuring Instruments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Calipers, Micrometers And Gauges.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82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432" y="381000"/>
            <a:ext cx="4876800" cy="5151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 DETAIL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10862957"/>
              </p:ext>
            </p:extLst>
          </p:nvPr>
        </p:nvGraphicFramePr>
        <p:xfrm>
          <a:off x="1143000" y="1295400"/>
          <a:ext cx="746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605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200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0554">
                <a:tc>
                  <a:txBody>
                    <a:bodyPr/>
                    <a:lstStyle/>
                    <a:p>
                      <a:pPr marL="889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889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325" marR="0" indent="-60325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1430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6688">
                <a:tc>
                  <a:txBody>
                    <a:bodyPr/>
                    <a:lstStyle/>
                    <a:p>
                      <a:pPr marL="889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SHAFT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538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Stainless steel , Duplex , Super Duplex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09538" marR="0" indent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, Nitronic 50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Diameter = 50 mm To 1500 mm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14300" marR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Length = 0.5 To 14 mtr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 To 50microns.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92749">
                <a:tc>
                  <a:txBody>
                    <a:bodyPr/>
                    <a:lstStyle/>
                    <a:p>
                      <a:pPr marL="889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SLEEVES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Stainless steel , Duplex , Super Duplex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71450" marR="0" indent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, Nitronic 50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Diameter = 50 mm To 400 mm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14300" marR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Length = 0.1 To 1 mtr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 To 50 microns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95321">
                <a:tc>
                  <a:txBody>
                    <a:bodyPr/>
                    <a:lstStyle/>
                    <a:p>
                      <a:pPr marL="889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COUPLINGS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Stainless steel , Duplex , Super Duplex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71450" marR="0" indent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, Nitronic 50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Diameter = 50 mm To 400 mm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14300" marR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Length = 0.1 To 1 mtr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 To 50 microns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6688">
                <a:tc>
                  <a:txBody>
                    <a:bodyPr/>
                    <a:lstStyle/>
                    <a:p>
                      <a:pPr marL="889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PARTS &amp;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8900" marR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ACCESSORIES</a:t>
                      </a:r>
                      <a:endParaRPr lang="en-US" sz="11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Stainless steel , Duplex , Super Duplex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71450" marR="0" indent="0" algn="ctr">
                        <a:lnSpc>
                          <a:spcPts val="16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, Nitronic 50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Customize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 To 50 microns</a:t>
                      </a: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11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83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200025"/>
            <a:ext cx="4419600" cy="11620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Flange / Concrete shaft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57200" y="1447800"/>
            <a:ext cx="2743200" cy="4572000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Capacity-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Machining-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50mm to 1500 mm in diameter  up to 14000 mm length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Grinding –</a:t>
            </a:r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50 mm to 800 mm diameter  up to 6500 mm length</a:t>
            </a:r>
          </a:p>
          <a:p>
            <a:endParaRPr lang="en-US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0" b="89362" l="7601" r="96622">
                        <a14:foregroundMark x1="18581" y1="15603" x2="20946" y2="11348"/>
                        <a14:foregroundMark x1="96469" y1="53546" x2="96622" y2="53901"/>
                        <a14:foregroundMark x1="90034" y1="38652" x2="96469" y2="53546"/>
                        <a14:foregroundMark x1="96202" y1="54965" x2="91723" y2="66312"/>
                        <a14:foregroundMark x1="96622" y1="53901" x2="96202" y2="54965"/>
                        <a14:foregroundMark x1="17230" y1="88298" x2="23818" y2="89007"/>
                        <a14:foregroundMark x1="9966" y1="26241" x2="8615" y2="64184"/>
                        <a14:foregroundMark x1="8615" y1="64184" x2="9628" y2="69858"/>
                        <a14:foregroundMark x1="8277" y1="43262" x2="7601" y2="44681"/>
                        <a14:foregroundMark x1="16554" y1="13475" x2="16892" y2="12411"/>
                        <a14:foregroundMark x1="7601" y1="40426" x2="8446" y2="56738"/>
                        <a14:backgroundMark x1="96791" y1="53901" x2="96791" y2="53901"/>
                        <a14:backgroundMark x1="96791" y1="53901" x2="96791" y2="53901"/>
                        <a14:backgroundMark x1="96453" y1="53546" x2="96453" y2="53546"/>
                        <a14:backgroundMark x1="96453" y1="54965" x2="96453" y2="54965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469631" y="3200400"/>
            <a:ext cx="6674369" cy="3319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660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3636085" cy="1258493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Shaft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57200" y="1548580"/>
            <a:ext cx="2743200" cy="3962400"/>
          </a:xfrm>
        </p:spPr>
        <p:txBody>
          <a:bodyPr/>
          <a:lstStyle/>
          <a:p>
            <a:r>
              <a:rPr lang="en-US" sz="1800" b="1" dirty="0"/>
              <a:t>Capacity-</a:t>
            </a:r>
          </a:p>
          <a:p>
            <a:endParaRPr lang="en-US" sz="1800" b="1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Machining-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50 mm to 1500 mm in diameter  up to 8000 mm length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Grinding –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50 mm to 800 mm diameter  up to 6500 mm length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xmlns="" id="{B5212AEF-E536-4F54-7A4F-B5E9CFDFE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8"/>
          <a:stretch>
            <a:fillRect/>
          </a:stretch>
        </p:blipFill>
        <p:spPr>
          <a:xfrm>
            <a:off x="5434584" y="228600"/>
            <a:ext cx="3276600" cy="4873625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F9E9C4AA-8CBF-B2F8-7523-DE6ABA638C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71"/>
          <a:stretch>
            <a:fillRect/>
          </a:stretch>
        </p:blipFill>
        <p:spPr>
          <a:xfrm>
            <a:off x="228600" y="3886200"/>
            <a:ext cx="4876800" cy="253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B5EE68-DF6D-AAB5-539B-AA90445D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4900" b="1" dirty="0"/>
              <a:t>SPECIAL SHAFTS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A440A519-97FE-BDF4-DD6B-96F203FEB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983" y="407731"/>
            <a:ext cx="3398927" cy="604253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19EB60D-19BD-EE2D-A35E-762F56997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4323159" cy="3811588"/>
          </a:xfrm>
        </p:spPr>
        <p:txBody>
          <a:bodyPr>
            <a:normAutofit/>
          </a:bodyPr>
          <a:lstStyle/>
          <a:p>
            <a:r>
              <a:rPr lang="en-IN" sz="2400" dirty="0"/>
              <a:t>SHAFT DIMENSIONS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DIAMETER:- 400MM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LENGTH:- 9500MM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THREAD LENGTH:- 390MM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A4FF5D-D776-F2D7-AA93-D2DB6CE1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SHAFTS PHOTOGRAPH</a:t>
            </a:r>
            <a:br>
              <a:rPr lang="en-IN" sz="3200" b="1" dirty="0"/>
            </a:br>
            <a:r>
              <a:rPr lang="en-IN" sz="3200" b="1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0AA4CE4B-C322-8B12-2758-7FCFEFC5C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963" y="76200"/>
            <a:ext cx="2330846" cy="3107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B64F55F-A690-3CD7-F911-EFA0EE042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67" y="1975090"/>
            <a:ext cx="2219348" cy="4806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F9AEABB-F537-F50C-4BE0-368A1360C3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01" y="3662400"/>
            <a:ext cx="2339550" cy="311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8F5A781-1CBC-6F32-FCC7-3BA9AB20D9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009" y="3327400"/>
            <a:ext cx="2590800" cy="345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A57F56A2-3D82-EAD7-EA97-54550B18EE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753" y="76200"/>
            <a:ext cx="2635647" cy="351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4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9B9E68-B354-3E98-E3BA-AACF067A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/>
              <a:t>SPECIAL GRADE MATERIAL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35372EEB-C44F-6E01-99D1-882AAE91C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16" y="757502"/>
            <a:ext cx="4007246" cy="534299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03654B1-8EA8-D288-444A-60959404A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4399359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0000"/>
                </a:solidFill>
              </a:rPr>
              <a:t>DIAMETER:- 200MM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0000"/>
                </a:solidFill>
              </a:rPr>
              <a:t>LENGTH:- 4882MM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F0000"/>
                </a:solidFill>
              </a:rPr>
              <a:t>MATERIAL:- X2CrNiMoN 22 5 3</a:t>
            </a:r>
          </a:p>
        </p:txBody>
      </p:sp>
    </p:spTree>
    <p:extLst>
      <p:ext uri="{BB962C8B-B14F-4D97-AF65-F5344CB8AC3E}">
        <p14:creationId xmlns:p14="http://schemas.microsoft.com/office/powerpoint/2010/main" val="7889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0998"/>
            <a:ext cx="6019800" cy="60960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Sleeve /Muff Coupling/Bushes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2400" y="442834"/>
            <a:ext cx="4267200" cy="4572000"/>
          </a:xfrm>
        </p:spPr>
        <p:txBody>
          <a:bodyPr/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  <a:p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Machining-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50 mm to 1500 mm in diameter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Grinding-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50 mm to 500 mm (internal diameter) up to 1000 mm length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50 mm to 800 mm (outer diameter) up to 1000 mm length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itchFamily="18" charset="0"/>
              </a:rPr>
              <a:t>Internal Key Way -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1200 mm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2EBD6AD1-25E0-7920-78A0-95B16C7DC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289" y="2104105"/>
            <a:ext cx="5396066" cy="5396066"/>
          </a:xfrm>
        </p:spPr>
      </p:pic>
    </p:spTree>
    <p:extLst>
      <p:ext uri="{BB962C8B-B14F-4D97-AF65-F5344CB8AC3E}">
        <p14:creationId xmlns:p14="http://schemas.microsoft.com/office/powerpoint/2010/main" val="62380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36871"/>
            <a:ext cx="2743200" cy="116205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Lock</a:t>
            </a:r>
            <a:r>
              <a:rPr lang="en-US" sz="3200" b="1" dirty="0"/>
              <a:t> </a:t>
            </a:r>
            <a:r>
              <a:rPr lang="en-US" sz="3200" dirty="0"/>
              <a:t>Nut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85800" y="1447800"/>
            <a:ext cx="3505200" cy="4191000"/>
          </a:xfrm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Capacity-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machining-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30 mm to 750mm in diameter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Threading 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 mm to 120 mm pitch (metric)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E5C6DF71-2658-458E-6E35-D95CE08F9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85" b="97610" l="4271" r="97292">
                        <a14:foregroundMark x1="58854" y1="13511" x2="42604" y2="19301"/>
                        <a14:foregroundMark x1="42604" y1="19301" x2="20833" y2="37500"/>
                        <a14:foregroundMark x1="20833" y1="37500" x2="14063" y2="52114"/>
                        <a14:foregroundMark x1="14063" y1="52114" x2="16354" y2="57904"/>
                        <a14:foregroundMark x1="25208" y1="19945" x2="50625" y2="12132"/>
                        <a14:foregroundMark x1="50625" y1="12132" x2="63438" y2="11765"/>
                        <a14:foregroundMark x1="63438" y1="11765" x2="78854" y2="15165"/>
                        <a14:foregroundMark x1="78854" y1="15165" x2="89167" y2="22794"/>
                        <a14:foregroundMark x1="89167" y1="22794" x2="95313" y2="37408"/>
                        <a14:foregroundMark x1="95313" y1="37408" x2="80313" y2="71048"/>
                        <a14:foregroundMark x1="78021" y1="10570" x2="48021" y2="7721"/>
                        <a14:foregroundMark x1="9792" y1="53033" x2="9792" y2="60294"/>
                        <a14:foregroundMark x1="45208" y1="2114" x2="21875" y2="17555"/>
                        <a14:foregroundMark x1="21875" y1="17555" x2="10000" y2="34375"/>
                        <a14:foregroundMark x1="10000" y1="34375" x2="7083" y2="57353"/>
                        <a14:foregroundMark x1="7083" y1="57353" x2="9271" y2="72059"/>
                        <a14:foregroundMark x1="9271" y1="72059" x2="16563" y2="83456"/>
                        <a14:foregroundMark x1="16563" y1="83456" x2="26354" y2="90809"/>
                        <a14:foregroundMark x1="26354" y1="90809" x2="41563" y2="93658"/>
                        <a14:foregroundMark x1="41563" y1="93658" x2="70417" y2="90809"/>
                        <a14:foregroundMark x1="70417" y1="90809" x2="86354" y2="74357"/>
                        <a14:foregroundMark x1="55445" y1="4148" x2="64167" y2="3676"/>
                        <a14:foregroundMark x1="35313" y1="5239" x2="53231" y2="4268"/>
                        <a14:foregroundMark x1="64167" y1="3676" x2="67500" y2="3952"/>
                        <a14:foregroundMark x1="81042" y1="35754" x2="80625" y2="52022"/>
                        <a14:foregroundMark x1="80625" y1="52022" x2="71771" y2="71507"/>
                        <a14:foregroundMark x1="8542" y1="29963" x2="4271" y2="41728"/>
                        <a14:foregroundMark x1="4271" y1="41728" x2="7083" y2="67279"/>
                        <a14:foregroundMark x1="28229" y1="94026" x2="44792" y2="93199"/>
                        <a14:foregroundMark x1="44792" y1="93199" x2="61146" y2="93658"/>
                        <a14:foregroundMark x1="61146" y1="93658" x2="63438" y2="94485"/>
                        <a14:foregroundMark x1="97292" y1="40074" x2="93854" y2="65074"/>
                        <a14:foregroundMark x1="93854" y1="65074" x2="80417" y2="84835"/>
                        <a14:foregroundMark x1="80417" y1="84835" x2="77083" y2="87316"/>
                        <a14:foregroundMark x1="36667" y1="97335" x2="47500" y2="97610"/>
                        <a14:backgroundMark x1="54271" y1="4412" x2="54271" y2="4412"/>
                        <a14:backgroundMark x1="55521" y1="3217" x2="55521" y2="3217"/>
                        <a14:backgroundMark x1="53333" y1="4136" x2="55313" y2="4320"/>
                        <a14:backgroundMark x1="45208" y1="42463" x2="46771" y2="44945"/>
                        <a14:backgroundMark x1="39479" y1="30423" x2="51250" y2="27665"/>
                        <a14:backgroundMark x1="51250" y1="27665" x2="64167" y2="31893"/>
                        <a14:backgroundMark x1="64167" y1="31893" x2="72292" y2="41544"/>
                        <a14:backgroundMark x1="72292" y1="41544" x2="72188" y2="53125"/>
                        <a14:backgroundMark x1="72188" y1="53125" x2="64896" y2="61949"/>
                        <a14:backgroundMark x1="64896" y1="61949" x2="53542" y2="67739"/>
                        <a14:backgroundMark x1="53542" y1="67739" x2="41042" y2="60846"/>
                        <a14:backgroundMark x1="41042" y1="60846" x2="36354" y2="49173"/>
                        <a14:backgroundMark x1="36354" y1="49173" x2="39896" y2="30239"/>
                        <a14:backgroundMark x1="57604" y1="24724" x2="54792" y2="47243"/>
                        <a14:backgroundMark x1="54792" y1="47243" x2="51042" y2="40901"/>
                        <a14:backgroundMark x1="28333" y1="47426" x2="33542" y2="66085"/>
                        <a14:backgroundMark x1="33542" y1="66085" x2="43854" y2="75460"/>
                        <a14:backgroundMark x1="43854" y1="75460" x2="58646" y2="74724"/>
                        <a14:backgroundMark x1="58646" y1="74724" x2="65938" y2="65625"/>
                        <a14:backgroundMark x1="65938" y1="65625" x2="48438" y2="53033"/>
                        <a14:backgroundMark x1="48438" y1="53033" x2="35938" y2="50827"/>
                        <a14:backgroundMark x1="35938" y1="50827" x2="30833" y2="47886"/>
                        <a14:backgroundMark x1="31146" y1="64154" x2="36250" y2="73989"/>
                        <a14:backgroundMark x1="36250" y1="73989" x2="31875" y2="64063"/>
                        <a14:backgroundMark x1="31875" y1="64063" x2="31667" y2="63971"/>
                        <a14:backgroundMark x1="37083" y1="71967" x2="38438" y2="73254"/>
                        <a14:backgroundMark x1="37188" y1="72426" x2="40938" y2="73529"/>
                        <a14:backgroundMark x1="49063" y1="28676" x2="30208" y2="47978"/>
                        <a14:backgroundMark x1="30208" y1="47978" x2="26771" y2="59835"/>
                        <a14:backgroundMark x1="26771" y1="59835" x2="29375" y2="67004"/>
                        <a14:backgroundMark x1="35313" y1="39154" x2="31979" y2="53676"/>
                        <a14:backgroundMark x1="31979" y1="53676" x2="37604" y2="62408"/>
                        <a14:backgroundMark x1="37604" y1="62408" x2="60938" y2="73805"/>
                        <a14:backgroundMark x1="60938" y1="73805" x2="70625" y2="65165"/>
                        <a14:backgroundMark x1="70625" y1="65165" x2="76042" y2="53952"/>
                        <a14:backgroundMark x1="76042" y1="53952" x2="76146" y2="42739"/>
                        <a14:backgroundMark x1="76146" y1="42739" x2="68542" y2="33824"/>
                        <a14:backgroundMark x1="68542" y1="33824" x2="57292" y2="26379"/>
                        <a14:backgroundMark x1="57292" y1="26379" x2="34375" y2="40257"/>
                        <a14:backgroundMark x1="48750" y1="37592" x2="46250" y2="48805"/>
                        <a14:backgroundMark x1="46250" y1="48805" x2="53333" y2="39522"/>
                        <a14:backgroundMark x1="53333" y1="39522" x2="52604" y2="51563"/>
                        <a14:backgroundMark x1="52604" y1="51563" x2="54583" y2="46967"/>
                        <a14:backgroundMark x1="49479" y1="31618" x2="57500" y2="23254"/>
                        <a14:backgroundMark x1="57500" y1="23254" x2="36250" y2="49449"/>
                        <a14:backgroundMark x1="36250" y1="49449" x2="49167" y2="41268"/>
                        <a14:backgroundMark x1="49167" y1="41268" x2="45625" y2="52206"/>
                        <a14:backgroundMark x1="45625" y1="52206" x2="50313" y2="42739"/>
                        <a14:backgroundMark x1="50313" y1="42739" x2="44479" y2="51011"/>
                        <a14:backgroundMark x1="44479" y1="51011" x2="54896" y2="47151"/>
                        <a14:backgroundMark x1="54896" y1="47151" x2="68854" y2="49724"/>
                        <a14:backgroundMark x1="68854" y1="49724" x2="74167" y2="41085"/>
                        <a14:backgroundMark x1="74167" y1="41085" x2="69271" y2="58180"/>
                        <a14:backgroundMark x1="69271" y1="58180" x2="67500" y2="58824"/>
                        <a14:backgroundMark x1="53542" y1="36305" x2="51250" y2="37592"/>
                        <a14:backgroundMark x1="52292" y1="59926" x2="53021" y2="57261"/>
                        <a14:backgroundMark x1="53021" y1="56801" x2="56667" y2="63419"/>
                        <a14:backgroundMark x1="47708" y1="56066" x2="56875" y2="61949"/>
                        <a14:backgroundMark x1="56875" y1="61949" x2="55417" y2="66636"/>
                        <a14:backgroundMark x1="63438" y1="64982" x2="54271" y2="70221"/>
                        <a14:backgroundMark x1="64167" y1="64614" x2="57604" y2="74449"/>
                        <a14:backgroundMark x1="71979" y1="50551" x2="69688" y2="61029"/>
                        <a14:backgroundMark x1="69688" y1="61029" x2="65000" y2="64614"/>
                        <a14:backgroundMark x1="63750" y1="37132" x2="69271" y2="46507"/>
                        <a14:backgroundMark x1="61667" y1="26011" x2="59167" y2="29871"/>
                        <a14:backgroundMark x1="56146" y1="30055" x2="50000" y2="37224"/>
                        <a14:backgroundMark x1="50000" y1="37224" x2="52812" y2="46324"/>
                        <a14:backgroundMark x1="50313" y1="39798" x2="52500" y2="53952"/>
                        <a14:backgroundMark x1="56146" y1="39430" x2="57396" y2="58548"/>
                        <a14:backgroundMark x1="58646" y1="49816" x2="63750" y2="59651"/>
                        <a14:backgroundMark x1="59896" y1="46507" x2="63438" y2="53860"/>
                        <a14:backgroundMark x1="63438" y1="53860" x2="63229" y2="59191"/>
                        <a14:backgroundMark x1="48750" y1="48713" x2="48229" y2="57721"/>
                        <a14:backgroundMark x1="54063" y1="53033" x2="52812" y2="56066"/>
                        <a14:backgroundMark x1="54792" y1="50092" x2="53646" y2="55515"/>
                        <a14:backgroundMark x1="63229" y1="56158" x2="62500" y2="60386"/>
                        <a14:backgroundMark x1="60417" y1="60570" x2="63646" y2="603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921979"/>
            <a:ext cx="4452657" cy="5046345"/>
          </a:xfrm>
        </p:spPr>
      </p:pic>
    </p:spTree>
    <p:extLst>
      <p:ext uri="{BB962C8B-B14F-4D97-AF65-F5344CB8AC3E}">
        <p14:creationId xmlns:p14="http://schemas.microsoft.com/office/powerpoint/2010/main" val="277081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960" y="14748"/>
            <a:ext cx="7239000" cy="116205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Retainer Ring / Thordon Bearing</a:t>
            </a:r>
          </a:p>
        </p:txBody>
      </p:sp>
      <p:pic>
        <p:nvPicPr>
          <p:cNvPr id="1026" name="Picture 2" descr="C:\Users\Pako Admin\Desktop\split ring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24400" y="1600200"/>
            <a:ext cx="3897312" cy="3085371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708494" y="1530896"/>
            <a:ext cx="3388660" cy="2139518"/>
          </a:xfrm>
        </p:spPr>
        <p:txBody>
          <a:bodyPr/>
          <a:lstStyle/>
          <a:p>
            <a:r>
              <a:rPr lang="en-US" sz="1800" b="1" dirty="0"/>
              <a:t>Capacity-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Machining-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70 mm to 700 mm in diameter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D0F2247-57D8-E8CE-D3C5-1A1174947D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1"/>
          <a:stretch>
            <a:fillRect/>
          </a:stretch>
        </p:blipFill>
        <p:spPr>
          <a:xfrm>
            <a:off x="522288" y="2600655"/>
            <a:ext cx="2947619" cy="38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6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A67062-1965-C8D9-3E98-DC59BA85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75360" cy="1600200"/>
          </a:xfrm>
        </p:spPr>
        <p:txBody>
          <a:bodyPr>
            <a:normAutofit/>
          </a:bodyPr>
          <a:lstStyle/>
          <a:p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Thordon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Bearing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707BE375-C65D-4DC9-F376-C4AC2D3FB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521" y="174142"/>
            <a:ext cx="3886200" cy="291465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1241222-7383-E4CF-F944-D382407C1C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7" b="20138"/>
          <a:stretch>
            <a:fillRect/>
          </a:stretch>
        </p:blipFill>
        <p:spPr>
          <a:xfrm>
            <a:off x="5181600" y="3461740"/>
            <a:ext cx="3546890" cy="3209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FE7C55B-F230-8E0D-9550-38E2B44BE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27451"/>
            <a:ext cx="41910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6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>
            <a:extLst>
              <a:ext uri="{FF2B5EF4-FFF2-40B4-BE49-F238E27FC236}">
                <a16:creationId xmlns:a16="http://schemas.microsoft.com/office/drawing/2014/main" xmlns="" id="{CC5DB67D-4821-9447-276D-86D7FC533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7811" y="3886200"/>
            <a:ext cx="3819990" cy="2799471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ASSEMBLY DONE IN HOUSE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88279A49-AB08-34C5-A8B2-AC334D96B73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306" y="332936"/>
            <a:ext cx="1979613" cy="1484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63359F2-809D-8ED5-72CC-E5E634C612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627" y="2402001"/>
            <a:ext cx="1574173" cy="2098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E8C0648-50B4-E240-C3A0-9147383496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061" y="2402001"/>
            <a:ext cx="1574173" cy="20988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3C815EEB-8A8A-8DCD-80A8-3401081C14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026" y="2402000"/>
            <a:ext cx="1574174" cy="20988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ED8259F8-FAEA-C970-596A-B129DFF3C5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41" y="4695435"/>
            <a:ext cx="1564774" cy="20863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C3096D42-C948-D634-32E6-74F1AC2E9C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2" y="2402001"/>
            <a:ext cx="1574173" cy="20988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158DCB44-1968-9381-0554-F0AE58C733B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232" y="4695435"/>
            <a:ext cx="2653647" cy="19902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775A0736-A960-5E69-F38F-5E582F26A05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651" y="263128"/>
            <a:ext cx="1443149" cy="19241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31CE0DD0-6E1D-5708-0913-8B7EF0DDF6A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63130"/>
            <a:ext cx="1444294" cy="19257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4CBEADDE-0E79-843E-1C99-FA2054115C7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>
            <a:fillRect/>
          </a:stretch>
        </p:blipFill>
        <p:spPr>
          <a:xfrm>
            <a:off x="138242" y="263129"/>
            <a:ext cx="1603053" cy="1924200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xmlns="" id="{3CDE7806-FAF5-C4BF-7060-87C8DA8DFF50}"/>
              </a:ext>
            </a:extLst>
          </p:cNvPr>
          <p:cNvSpPr/>
          <p:nvPr/>
        </p:nvSpPr>
        <p:spPr>
          <a:xfrm>
            <a:off x="1771775" y="1024890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xmlns="" id="{2376C4C6-9185-9E39-98BB-DD5684004AEA}"/>
              </a:ext>
            </a:extLst>
          </p:cNvPr>
          <p:cNvSpPr/>
          <p:nvPr/>
        </p:nvSpPr>
        <p:spPr>
          <a:xfrm>
            <a:off x="4572000" y="1024890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xmlns="" id="{093FC986-5E9C-CE72-5D16-906AB53AB44E}"/>
              </a:ext>
            </a:extLst>
          </p:cNvPr>
          <p:cNvSpPr/>
          <p:nvPr/>
        </p:nvSpPr>
        <p:spPr>
          <a:xfrm>
            <a:off x="6858000" y="1018940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xmlns="" id="{48B91BBD-4BBC-E170-3622-D051D8243751}"/>
              </a:ext>
            </a:extLst>
          </p:cNvPr>
          <p:cNvSpPr/>
          <p:nvPr/>
        </p:nvSpPr>
        <p:spPr>
          <a:xfrm rot="10800000">
            <a:off x="6773214" y="3302282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xmlns="" id="{7D7551C5-1958-3F20-A61F-360CD1D35C3B}"/>
              </a:ext>
            </a:extLst>
          </p:cNvPr>
          <p:cNvSpPr/>
          <p:nvPr/>
        </p:nvSpPr>
        <p:spPr>
          <a:xfrm rot="10800000">
            <a:off x="4375045" y="3302282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xmlns="" id="{7C50ADA6-7225-2873-4E07-3B461F976683}"/>
              </a:ext>
            </a:extLst>
          </p:cNvPr>
          <p:cNvSpPr/>
          <p:nvPr/>
        </p:nvSpPr>
        <p:spPr>
          <a:xfrm rot="10800000">
            <a:off x="1961183" y="3302282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xmlns="" id="{2EACD582-67D8-067A-6D88-FB366F9D8B22}"/>
              </a:ext>
            </a:extLst>
          </p:cNvPr>
          <p:cNvSpPr/>
          <p:nvPr/>
        </p:nvSpPr>
        <p:spPr>
          <a:xfrm>
            <a:off x="1771775" y="5629091"/>
            <a:ext cx="685800" cy="228600"/>
          </a:xfrm>
          <a:prstGeom prst="rightArrow">
            <a:avLst>
              <a:gd name="adj1" fmla="val 45000"/>
              <a:gd name="adj2" fmla="val 120833"/>
            </a:avLst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94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5263A7-10EF-2F24-410F-693CA685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COMPLETE ASSEMBLY PICTURE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B4E93D7-A271-ACEC-DDE9-5A8641310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08" y="2057400"/>
            <a:ext cx="5801784" cy="435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A79FE5B-EE31-1404-F9EC-59368AFB98A5}"/>
              </a:ext>
            </a:extLst>
          </p:cNvPr>
          <p:cNvSpPr txBox="1"/>
          <p:nvPr/>
        </p:nvSpPr>
        <p:spPr>
          <a:xfrm>
            <a:off x="5745726" y="1685610"/>
            <a:ext cx="355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PROJECT NAME :- ES-562</a:t>
            </a:r>
          </a:p>
        </p:txBody>
      </p:sp>
    </p:spTree>
    <p:extLst>
      <p:ext uri="{BB962C8B-B14F-4D97-AF65-F5344CB8AC3E}">
        <p14:creationId xmlns:p14="http://schemas.microsoft.com/office/powerpoint/2010/main" val="221885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110" y="381000"/>
            <a:ext cx="2743200" cy="76200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+mn-lt"/>
                <a:cs typeface="Arial" pitchFamily="34" charset="0"/>
              </a:rPr>
              <a:t>Gears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21110" y="1783079"/>
            <a:ext cx="2551462" cy="2895599"/>
          </a:xfrm>
        </p:spPr>
        <p:txBody>
          <a:bodyPr/>
          <a:lstStyle/>
          <a:p>
            <a:r>
              <a:rPr lang="en-US" dirty="0"/>
              <a:t>As per customer requirement all types of gears of moderated ranges  are manufactured by us . </a:t>
            </a:r>
          </a:p>
        </p:txBody>
      </p:sp>
      <p:pic>
        <p:nvPicPr>
          <p:cNvPr id="1028" name="Picture 4" descr="C:\Users\OM\Downloads\WhatsApp Image 2019-10-12 at 5.08.56 PM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8"/>
          <a:stretch/>
        </p:blipFill>
        <p:spPr bwMode="auto">
          <a:xfrm rot="16200000">
            <a:off x="4980709" y="-433093"/>
            <a:ext cx="2992582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4E545F-BF52-3CD0-3C8F-C5C3B452CD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2475" y="2905125"/>
            <a:ext cx="31432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7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200527" y="373653"/>
            <a:ext cx="3733800" cy="51511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26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Material Grades</a:t>
            </a:r>
            <a:r>
              <a:rPr 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207368-4324-D4BB-55FC-F730185B3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066800"/>
            <a:ext cx="7447360" cy="3962400"/>
          </a:xfrm>
        </p:spPr>
        <p:txBody>
          <a:bodyPr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GRADE OF SS (STANELESS STEAL)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GRADES OF DUPLEX &amp; SUPER DUPLEX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GRADE OF EN SERISE  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MATERIAL GRADES LIKE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K MONEL 400 &amp; 500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BUSHES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GUM METAL, FEROFORM F363, NEOPRENE RUBBER, RG12, THORDON </a:t>
            </a:r>
          </a:p>
        </p:txBody>
      </p:sp>
    </p:spTree>
    <p:extLst>
      <p:ext uri="{BB962C8B-B14F-4D97-AF65-F5344CB8AC3E}">
        <p14:creationId xmlns:p14="http://schemas.microsoft.com/office/powerpoint/2010/main" val="60741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1382" y="381000"/>
            <a:ext cx="6653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NXG EZEECUT Wire Cut Machine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BABD58F-5C78-0439-6A2E-A224BEA99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95400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5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ako Admin\Desktop\grd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28801"/>
            <a:ext cx="7920000" cy="460114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75187" y="5334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Grinding  Machine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ako Admin\Desktop\cnc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28800"/>
            <a:ext cx="7920000" cy="473647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700548" y="533400"/>
            <a:ext cx="2584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CNC LATHE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A52A7D-9ED0-CC2F-699A-B63C3835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5914"/>
            <a:ext cx="6305550" cy="584775"/>
          </a:xfrm>
        </p:spPr>
        <p:txBody>
          <a:bodyPr>
            <a:normAutofit/>
          </a:bodyPr>
          <a:lstStyle/>
          <a:p>
            <a:r>
              <a:rPr lang="en-IN" sz="2000" b="1" dirty="0"/>
              <a:t>LENGTH :- 10000MM  DIAMETER :- 500MM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6FA4DE-F72A-732C-9FF9-226EEB5A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9614"/>
            <a:ext cx="2952750" cy="9881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s.png">
            <a:extLst>
              <a:ext uri="{FF2B5EF4-FFF2-40B4-BE49-F238E27FC236}">
                <a16:creationId xmlns:a16="http://schemas.microsoft.com/office/drawing/2014/main" xmlns="" id="{2730EDE2-E873-DB88-C362-792F7F7A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48610"/>
            <a:ext cx="1471285" cy="1209275"/>
          </a:xfrm>
          <a:prstGeom prst="rect">
            <a:avLst/>
          </a:prstGeom>
        </p:spPr>
      </p:pic>
      <p:pic>
        <p:nvPicPr>
          <p:cNvPr id="6" name="Picture 3" descr="C:\Users\Pako Admin\Desktop\CPC.jpg">
            <a:extLst>
              <a:ext uri="{FF2B5EF4-FFF2-40B4-BE49-F238E27FC236}">
                <a16:creationId xmlns:a16="http://schemas.microsoft.com/office/drawing/2014/main" xmlns="" id="{94EE9614-4681-61AD-01FE-0662E079D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7023" y="5731685"/>
            <a:ext cx="2338387" cy="546100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DC1410F-ECEC-033A-BAFC-E37FA2292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579" y="1168457"/>
            <a:ext cx="2667608" cy="1899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657451D-9BF8-9D94-CB9F-0F0A697E65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04486"/>
            <a:ext cx="2524200" cy="1402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CA22579-0040-957D-9C25-8FCEC55AFB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458" y="4876415"/>
            <a:ext cx="3063830" cy="15319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09ED29F3-E57C-1468-72F2-354F7F85DF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43" y="5236892"/>
            <a:ext cx="3279484" cy="11440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8C8B6E08-07F0-FA3D-EEF9-D34D3878936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087" y="3602626"/>
            <a:ext cx="2524200" cy="1523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C9E489D-404C-BC56-01F4-1CA830465AA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370" y="1725649"/>
            <a:ext cx="2376600" cy="1448241"/>
          </a:xfrm>
          <a:prstGeom prst="rect">
            <a:avLst/>
          </a:prstGeom>
        </p:spPr>
      </p:pic>
      <p:pic>
        <p:nvPicPr>
          <p:cNvPr id="21" name="Picture 2" descr="C:\Users\Admin\Desktop\siemens-og-logo.png">
            <a:extLst>
              <a:ext uri="{FF2B5EF4-FFF2-40B4-BE49-F238E27FC236}">
                <a16:creationId xmlns:a16="http://schemas.microsoft.com/office/drawing/2014/main" xmlns="" id="{1E39E368-3F9F-01D2-6A15-1A758AF02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943600" y="3455827"/>
            <a:ext cx="2924760" cy="106452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25D8D37A-63CD-DED6-8E61-3569923AC96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34" y="1188983"/>
            <a:ext cx="2656690" cy="123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0767"/>
            <a:ext cx="4953000" cy="144780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3600" dirty="0"/>
              <a:t>CLIENTS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5400" dirty="0"/>
              <a:t/>
            </a:r>
            <a:br>
              <a:rPr lang="en-US" sz="5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/>
              <a:t> 		                          </a:t>
            </a:r>
          </a:p>
        </p:txBody>
      </p:sp>
      <p:pic>
        <p:nvPicPr>
          <p:cNvPr id="5" name="Picture 4" descr="C:\Users\Pako\Desktop\1200px-ITT_Corporation.svg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73437" y="5276311"/>
            <a:ext cx="1939925" cy="1069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Users\Pako\Desktop\kbl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975" y="762000"/>
            <a:ext cx="1691480" cy="1698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E:\2016-2017\PAKO PROFILE\logos\Xylem logo (hi-res)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8681" y="5861927"/>
            <a:ext cx="2469951" cy="86195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9" name="Picture 8" descr="C:\Users\Pako\Desktop\Flowserve.svg.pn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4626243"/>
            <a:ext cx="2004889" cy="79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Pako\Desktop\wpil_logo.svg_.png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32462" y="4856993"/>
            <a:ext cx="2430538" cy="668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C:\Users\Admin\Desktop\presentation\tmeic_logo_square_750_750_80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3510" y="5845983"/>
            <a:ext cx="2109956" cy="821475"/>
          </a:xfrm>
          <a:prstGeom prst="rect">
            <a:avLst/>
          </a:prstGeom>
          <a:noFill/>
        </p:spPr>
      </p:pic>
      <p:pic>
        <p:nvPicPr>
          <p:cNvPr id="1027" name="Picture 3" descr="C:\Users\Admin\Desktop\presentation\GD-NASH-logo-Hi-rez-no-tag-RGB-1024x350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1110" y="3261085"/>
            <a:ext cx="2762913" cy="944355"/>
          </a:xfrm>
          <a:prstGeom prst="rect">
            <a:avLst/>
          </a:prstGeom>
          <a:noFill/>
        </p:spPr>
      </p:pic>
      <p:pic>
        <p:nvPicPr>
          <p:cNvPr id="14" name="Picture 2" descr="C:\Users\OM\Desktop\LOG_DE0_893917_01695847.jpg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024" y="1667119"/>
            <a:ext cx="2149376" cy="214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0" name="AutoShape 2" descr="CPC Pumps International, part of the Atlas Copco Gas and Process Divis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7DA49BB7-4E9F-98D5-7036-5185CB5B953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763" y="3740005"/>
            <a:ext cx="2469951" cy="13721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001F52E1-B17B-5D3C-9B1F-17C55686623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407" y="1318586"/>
            <a:ext cx="2989936" cy="91569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61F0357C-C8D9-2F39-C01F-A52D83DEEA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295" y="2604276"/>
            <a:ext cx="1952705" cy="19527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82" y="903321"/>
            <a:ext cx="3379286" cy="101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3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 descr="C:\Users\HP\Downloads\world m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8" y="191231"/>
            <a:ext cx="8839200" cy="662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Location logo, Location Computer Icon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Location logo, Location Computer Icon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 descr="Location logo, Location Computer Icons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Flowchart: Merge 22"/>
          <p:cNvSpPr/>
          <p:nvPr/>
        </p:nvSpPr>
        <p:spPr>
          <a:xfrm>
            <a:off x="7410143" y="2686579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Merge 25"/>
          <p:cNvSpPr/>
          <p:nvPr/>
        </p:nvSpPr>
        <p:spPr>
          <a:xfrm>
            <a:off x="3886200" y="2286000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7486650" y="2416658"/>
            <a:ext cx="885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Japan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5175" y="2180451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France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29" name="Flowchart: Merge 28"/>
          <p:cNvSpPr/>
          <p:nvPr/>
        </p:nvSpPr>
        <p:spPr>
          <a:xfrm>
            <a:off x="4307163" y="2416658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4341576" y="2201418"/>
            <a:ext cx="66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Itely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32" name="Flowchart: Merge 31"/>
          <p:cNvSpPr/>
          <p:nvPr/>
        </p:nvSpPr>
        <p:spPr>
          <a:xfrm>
            <a:off x="5117975" y="3150527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5213840" y="2712090"/>
            <a:ext cx="666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UAE</a:t>
            </a:r>
          </a:p>
        </p:txBody>
      </p:sp>
      <p:sp>
        <p:nvSpPr>
          <p:cNvPr id="34" name="Flowchart: Merge 33"/>
          <p:cNvSpPr/>
          <p:nvPr/>
        </p:nvSpPr>
        <p:spPr>
          <a:xfrm>
            <a:off x="5248275" y="2954594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Flowchart: Merge 34"/>
          <p:cNvSpPr/>
          <p:nvPr/>
        </p:nvSpPr>
        <p:spPr>
          <a:xfrm>
            <a:off x="5547215" y="3183182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lowchart: Merge 35"/>
          <p:cNvSpPr/>
          <p:nvPr/>
        </p:nvSpPr>
        <p:spPr>
          <a:xfrm>
            <a:off x="4080827" y="2041951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/>
          <p:cNvSpPr txBox="1"/>
          <p:nvPr/>
        </p:nvSpPr>
        <p:spPr>
          <a:xfrm>
            <a:off x="3381374" y="1838694"/>
            <a:ext cx="100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Netherland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38" name="Flowchart: Merge 37"/>
          <p:cNvSpPr/>
          <p:nvPr/>
        </p:nvSpPr>
        <p:spPr>
          <a:xfrm>
            <a:off x="7162800" y="2540641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7334250" y="2200705"/>
            <a:ext cx="1009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Korea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0" name="Flowchart: Merge 39"/>
          <p:cNvSpPr/>
          <p:nvPr/>
        </p:nvSpPr>
        <p:spPr>
          <a:xfrm>
            <a:off x="4166478" y="2190597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/>
          <p:cNvSpPr txBox="1"/>
          <p:nvPr/>
        </p:nvSpPr>
        <p:spPr>
          <a:xfrm>
            <a:off x="4307163" y="1903452"/>
            <a:ext cx="94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Germany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2" name="Flowchart: Merge 41"/>
          <p:cNvSpPr/>
          <p:nvPr/>
        </p:nvSpPr>
        <p:spPr>
          <a:xfrm>
            <a:off x="1703746" y="1956226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1370370" y="1556618"/>
            <a:ext cx="839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Canada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4" name="Flowchart: Merge 43"/>
          <p:cNvSpPr/>
          <p:nvPr/>
        </p:nvSpPr>
        <p:spPr>
          <a:xfrm>
            <a:off x="1284645" y="2858029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408652" y="2712091"/>
            <a:ext cx="839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America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C84EE69-F0BE-0600-8809-C9151D0C1684}"/>
              </a:ext>
            </a:extLst>
          </p:cNvPr>
          <p:cNvSpPr txBox="1"/>
          <p:nvPr/>
        </p:nvSpPr>
        <p:spPr>
          <a:xfrm>
            <a:off x="3326365" y="2473668"/>
            <a:ext cx="10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FF0000"/>
                </a:solidFill>
              </a:rPr>
              <a:t>Switzerland</a:t>
            </a:r>
          </a:p>
        </p:txBody>
      </p:sp>
      <p:sp>
        <p:nvSpPr>
          <p:cNvPr id="7" name="Flowchart: Merge 6">
            <a:extLst>
              <a:ext uri="{FF2B5EF4-FFF2-40B4-BE49-F238E27FC236}">
                <a16:creationId xmlns:a16="http://schemas.microsoft.com/office/drawing/2014/main" xmlns="" id="{02BB6D76-0A07-3606-210D-F95147B6C076}"/>
              </a:ext>
            </a:extLst>
          </p:cNvPr>
          <p:cNvSpPr/>
          <p:nvPr/>
        </p:nvSpPr>
        <p:spPr>
          <a:xfrm>
            <a:off x="4209743" y="2482462"/>
            <a:ext cx="171450" cy="171450"/>
          </a:xfrm>
          <a:prstGeom prst="flowChartMerg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2035727-F77C-06E2-03F4-E8EDB95042B6}"/>
              </a:ext>
            </a:extLst>
          </p:cNvPr>
          <p:cNvSpPr txBox="1"/>
          <p:nvPr/>
        </p:nvSpPr>
        <p:spPr>
          <a:xfrm>
            <a:off x="5718665" y="3195528"/>
            <a:ext cx="10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FF0000"/>
                </a:solidFill>
              </a:rPr>
              <a:t>Oman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365CC5B-6313-8CFA-6018-2D4FD1B41266}"/>
              </a:ext>
            </a:extLst>
          </p:cNvPr>
          <p:cNvSpPr txBox="1"/>
          <p:nvPr/>
        </p:nvSpPr>
        <p:spPr>
          <a:xfrm>
            <a:off x="4562168" y="3086465"/>
            <a:ext cx="6667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Saudi Arabia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8ABAD4-25AD-6325-F055-54DBFF7B5FFC}"/>
              </a:ext>
            </a:extLst>
          </p:cNvPr>
          <p:cNvSpPr txBox="1"/>
          <p:nvPr/>
        </p:nvSpPr>
        <p:spPr>
          <a:xfrm>
            <a:off x="280629" y="259084"/>
            <a:ext cx="48939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WIDE EXPORTING COUNTRIES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34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Flowserve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0" y="1981200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Fabrizio Baccani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(Director Manufacturing Flowserve Corporation)</a:t>
            </a:r>
          </a:p>
        </p:txBody>
      </p:sp>
      <p:pic>
        <p:nvPicPr>
          <p:cNvPr id="2050" name="Picture 2" descr="C:\Users\Admin\Desktop\wap\IMG-20180613-WA002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903437"/>
            <a:ext cx="4800600" cy="320196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181600" y="2667000"/>
            <a:ext cx="299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Jayakumar Jagadeeshan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(Supply Chain Flowserve Corporation)</a:t>
            </a:r>
          </a:p>
        </p:txBody>
      </p:sp>
    </p:spTree>
    <p:extLst>
      <p:ext uri="{BB962C8B-B14F-4D97-AF65-F5344CB8AC3E}">
        <p14:creationId xmlns:p14="http://schemas.microsoft.com/office/powerpoint/2010/main" val="213754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533400"/>
            <a:ext cx="3653782" cy="114300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NASH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0" y="1905000"/>
            <a:ext cx="33658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Korean Quality Expert Visited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For Inspection</a:t>
            </a:r>
          </a:p>
        </p:txBody>
      </p:sp>
      <p:pic>
        <p:nvPicPr>
          <p:cNvPr id="3074" name="Picture 2" descr="C:\Users\Admin\Desktop\wap\PAKO Suhas Khot 20180613_10220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790700"/>
            <a:ext cx="4320000" cy="3276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206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24000"/>
            <a:ext cx="4572000" cy="279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065091"/>
            <a:ext cx="4572000" cy="279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33400" y="435114"/>
            <a:ext cx="3066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TMEIC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43236"/>
            <a:ext cx="495300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KATSUKI MANABU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–( JAPANESE EXPERT)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BALASUBRAMANIAM –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(MANAGER MANUFACTURING ENINEERING)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ANESH PANDIT –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(MANAGER VENDOR DEVELOPMENT)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SAILES H PURANIK –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(HEAD –SCM &amp; PROCUREMENT)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97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878" y="457200"/>
            <a:ext cx="8229600" cy="6858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EBARA MACHINERY INDIA PRIVATE LIMITED</a:t>
            </a:r>
            <a:endParaRPr lang="en-US" sz="32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81600" y="1981200"/>
            <a:ext cx="20410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Hiroshi Suzuki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(Director)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3075" y="1903437"/>
            <a:ext cx="4744050" cy="320196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181600" y="2667000"/>
            <a:ext cx="2365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Yusuke Chikamori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(Procurement)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0" y="3398488"/>
            <a:ext cx="2582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Rajamanikandan K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(Deputy Manager - Procurement)</a:t>
            </a:r>
          </a:p>
        </p:txBody>
      </p:sp>
    </p:spTree>
    <p:extLst>
      <p:ext uri="{BB962C8B-B14F-4D97-AF65-F5344CB8AC3E}">
        <p14:creationId xmlns:p14="http://schemas.microsoft.com/office/powerpoint/2010/main" val="80596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6C15E6-A12D-D3CE-F683-A8E791D9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Valmet, Sweden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D6677B5-6425-CE66-0D61-DCDF7B72F4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53"/>
          <a:stretch>
            <a:fillRect/>
          </a:stretch>
        </p:blipFill>
        <p:spPr>
          <a:xfrm>
            <a:off x="381000" y="1725282"/>
            <a:ext cx="813056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1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21" y="609600"/>
            <a:ext cx="5181600" cy="896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DMW Corporation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6472" y="1999343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Taizo Kobayashi                  	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DMW Japan – Costing Sales)</a:t>
            </a:r>
          </a:p>
        </p:txBody>
      </p:sp>
      <p:pic>
        <p:nvPicPr>
          <p:cNvPr id="7" name="Picture 2" descr="C:\Users\OM\Downloads\WhatsApp Image 2019-10-12 at 5.30.36 PM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3" r="13604"/>
          <a:stretch/>
        </p:blipFill>
        <p:spPr bwMode="auto">
          <a:xfrm rot="-60000">
            <a:off x="467907" y="2039944"/>
            <a:ext cx="4680000" cy="311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876472" y="297902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Ashok Yadav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DMW Pune – Factory Manager)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3817203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Gajanan Lokhande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DMW Pune – QA Manager)</a:t>
            </a:r>
          </a:p>
        </p:txBody>
      </p:sp>
    </p:spTree>
    <p:extLst>
      <p:ext uri="{BB962C8B-B14F-4D97-AF65-F5344CB8AC3E}">
        <p14:creationId xmlns:p14="http://schemas.microsoft.com/office/powerpoint/2010/main" val="344951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781300"/>
            <a:ext cx="8763000" cy="1295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5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7626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3925</TotalTime>
  <Words>595</Words>
  <Application>Microsoft Office PowerPoint</Application>
  <PresentationFormat>On-screen Show (4:3)</PresentationFormat>
  <Paragraphs>198</Paragraphs>
  <Slides>32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WELCOME</vt:lpstr>
      <vt:lpstr>INTRDUCTION</vt:lpstr>
      <vt:lpstr>PAKO ENGINEERS</vt:lpstr>
      <vt:lpstr>ORGANIZATIONAL    STRUCTURE</vt:lpstr>
      <vt:lpstr>TEST  FACILITIES  (IN HOUSE / OUTSIDE) </vt:lpstr>
      <vt:lpstr>PRODUCT  DETAIL</vt:lpstr>
      <vt:lpstr>Flange / Concrete shaft</vt:lpstr>
      <vt:lpstr>Shaft</vt:lpstr>
      <vt:lpstr>SPECIAL SHAFTS  </vt:lpstr>
      <vt:lpstr>SHAFTS PHOTOGRAPH  </vt:lpstr>
      <vt:lpstr>SPECIAL GRADE MATERIAL </vt:lpstr>
      <vt:lpstr>Sleeve /Muff Coupling/Bushes</vt:lpstr>
      <vt:lpstr>Lock Nut</vt:lpstr>
      <vt:lpstr>Retainer Ring / Thordon Bearing</vt:lpstr>
      <vt:lpstr>Thordon Bearing</vt:lpstr>
      <vt:lpstr>ASSEMBLY DONE IN HOUSE </vt:lpstr>
      <vt:lpstr>COMPLETE ASSEMBLY PICTURE </vt:lpstr>
      <vt:lpstr>Gears</vt:lpstr>
      <vt:lpstr>PowerPoint Presentation</vt:lpstr>
      <vt:lpstr>PowerPoint Presentation</vt:lpstr>
      <vt:lpstr>PowerPoint Presentation</vt:lpstr>
      <vt:lpstr>LENGTH :- 10000MM  DIAMETER :- 500MM</vt:lpstr>
      <vt:lpstr>CLIENTS</vt:lpstr>
      <vt:lpstr>CLIENTS         </vt:lpstr>
      <vt:lpstr>PowerPoint Presentation</vt:lpstr>
      <vt:lpstr>Flowserve Corporation</vt:lpstr>
      <vt:lpstr>NASH TEAM</vt:lpstr>
      <vt:lpstr>PowerPoint Presentation</vt:lpstr>
      <vt:lpstr>EBARA MACHINERY INDIA PRIVATE LIMITED</vt:lpstr>
      <vt:lpstr>Valmet, Sweden</vt:lpstr>
      <vt:lpstr>DMW Corporation Ltd.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PAKO Engineers</dc:creator>
  <cp:lastModifiedBy>Admin</cp:lastModifiedBy>
  <cp:revision>286</cp:revision>
  <dcterms:created xsi:type="dcterms:W3CDTF">2006-08-16T00:00:00Z</dcterms:created>
  <dcterms:modified xsi:type="dcterms:W3CDTF">2026-05-26T06:49:54Z</dcterms:modified>
</cp:coreProperties>
</file>