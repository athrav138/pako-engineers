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0" r:id="rId1"/>
  </p:sldMasterIdLst>
  <p:notesMasterIdLst>
    <p:notesMasterId r:id="rId34"/>
  </p:notesMasterIdLst>
  <p:handoutMasterIdLst>
    <p:handoutMasterId r:id="rId35"/>
  </p:handoutMasterIdLst>
  <p:sldIdLst>
    <p:sldId id="256" r:id="rId2"/>
    <p:sldId id="292" r:id="rId3"/>
    <p:sldId id="339" r:id="rId4"/>
    <p:sldId id="336" r:id="rId5"/>
    <p:sldId id="295" r:id="rId6"/>
    <p:sldId id="385" r:id="rId7"/>
    <p:sldId id="341" r:id="rId8"/>
    <p:sldId id="342" r:id="rId9"/>
    <p:sldId id="402" r:id="rId10"/>
    <p:sldId id="406" r:id="rId11"/>
    <p:sldId id="405" r:id="rId12"/>
    <p:sldId id="343" r:id="rId13"/>
    <p:sldId id="344" r:id="rId14"/>
    <p:sldId id="345" r:id="rId15"/>
    <p:sldId id="398" r:id="rId16"/>
    <p:sldId id="403" r:id="rId17"/>
    <p:sldId id="404" r:id="rId18"/>
    <p:sldId id="309" r:id="rId19"/>
    <p:sldId id="310" r:id="rId20"/>
    <p:sldId id="314" r:id="rId21"/>
    <p:sldId id="375" r:id="rId22"/>
    <p:sldId id="376" r:id="rId23"/>
    <p:sldId id="397" r:id="rId24"/>
    <p:sldId id="374" r:id="rId25"/>
    <p:sldId id="386" r:id="rId26"/>
    <p:sldId id="357" r:id="rId27"/>
    <p:sldId id="358" r:id="rId28"/>
    <p:sldId id="360" r:id="rId29"/>
    <p:sldId id="321" r:id="rId30"/>
    <p:sldId id="391" r:id="rId31"/>
    <p:sldId id="333" r:id="rId32"/>
    <p:sldId id="335" r:id="rId3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D36B74-B052-4CB5-ADDC-87378484307F}">
          <p14:sldIdLst>
            <p14:sldId id="256"/>
            <p14:sldId id="292"/>
            <p14:sldId id="339"/>
            <p14:sldId id="336"/>
            <p14:sldId id="295"/>
            <p14:sldId id="385"/>
            <p14:sldId id="341"/>
            <p14:sldId id="342"/>
            <p14:sldId id="402"/>
            <p14:sldId id="406"/>
            <p14:sldId id="405"/>
            <p14:sldId id="343"/>
            <p14:sldId id="344"/>
            <p14:sldId id="345"/>
            <p14:sldId id="398"/>
            <p14:sldId id="403"/>
            <p14:sldId id="404"/>
            <p14:sldId id="309"/>
            <p14:sldId id="310"/>
            <p14:sldId id="314"/>
            <p14:sldId id="375"/>
            <p14:sldId id="376"/>
            <p14:sldId id="397"/>
            <p14:sldId id="374"/>
            <p14:sldId id="386"/>
            <p14:sldId id="357"/>
            <p14:sldId id="358"/>
            <p14:sldId id="360"/>
            <p14:sldId id="321"/>
            <p14:sldId id="391"/>
            <p14:sldId id="333"/>
            <p14:sldId id="335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8E2C60-F38D-46BF-A035-D48F4545BB5E}" v="52" dt="2026-03-30T12:14:29.4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94660"/>
  </p:normalViewPr>
  <p:slideViewPr>
    <p:cSldViewPr>
      <p:cViewPr>
        <p:scale>
          <a:sx n="118" d="100"/>
          <a:sy n="118" d="100"/>
        </p:scale>
        <p:origin x="-1662" y="-18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has Khot" userId="153b9f72228e3c30" providerId="LiveId" clId="{F90A5216-2E2A-488C-A43C-AF02F0F130DA}"/>
    <pc:docChg chg="undo custSel addSld delSld modSld sldOrd modMainMaster addSection delSection modSection">
      <pc:chgData name="Suhas Khot" userId="153b9f72228e3c30" providerId="LiveId" clId="{F90A5216-2E2A-488C-A43C-AF02F0F130DA}" dt="2026-03-30T12:20:03.320" v="907" actId="478"/>
      <pc:docMkLst>
        <pc:docMk/>
      </pc:docMkLst>
      <pc:sldChg chg="modSp mod">
        <pc:chgData name="Suhas Khot" userId="153b9f72228e3c30" providerId="LiveId" clId="{F90A5216-2E2A-488C-A43C-AF02F0F130DA}" dt="2026-03-30T12:14:29.407" v="899"/>
        <pc:sldMkLst>
          <pc:docMk/>
          <pc:sldMk cId="588822176" sldId="295"/>
        </pc:sldMkLst>
        <pc:spChg chg="mod">
          <ac:chgData name="Suhas Khot" userId="153b9f72228e3c30" providerId="LiveId" clId="{F90A5216-2E2A-488C-A43C-AF02F0F130DA}" dt="2026-03-30T12:14:29.407" v="899"/>
          <ac:spMkLst>
            <pc:docMk/>
            <pc:sldMk cId="588822176" sldId="295"/>
            <ac:spMk id="3" creationId="{00000000-0000-0000-0000-000000000000}"/>
          </ac:spMkLst>
        </pc:spChg>
      </pc:sldChg>
      <pc:sldChg chg="modSp">
        <pc:chgData name="Suhas Khot" userId="153b9f72228e3c30" providerId="LiveId" clId="{F90A5216-2E2A-488C-A43C-AF02F0F130DA}" dt="2026-03-30T12:14:29.407" v="899"/>
        <pc:sldMkLst>
          <pc:docMk/>
          <pc:sldMk cId="2355732029" sldId="339"/>
        </pc:sldMkLst>
        <pc:picChg chg="mod">
          <ac:chgData name="Suhas Khot" userId="153b9f72228e3c30" providerId="LiveId" clId="{F90A5216-2E2A-488C-A43C-AF02F0F130DA}" dt="2026-03-30T12:14:29.407" v="899"/>
          <ac:picMkLst>
            <pc:docMk/>
            <pc:sldMk cId="2355732029" sldId="339"/>
            <ac:picMk id="5" creationId="{688ABB7B-835C-8DB1-3C28-586045AEBFDD}"/>
          </ac:picMkLst>
        </pc:picChg>
      </pc:sldChg>
      <pc:sldChg chg="modSp">
        <pc:chgData name="Suhas Khot" userId="153b9f72228e3c30" providerId="LiveId" clId="{F90A5216-2E2A-488C-A43C-AF02F0F130DA}" dt="2026-03-30T12:14:29.407" v="899"/>
        <pc:sldMkLst>
          <pc:docMk/>
          <pc:sldMk cId="623804987" sldId="343"/>
        </pc:sldMkLst>
        <pc:picChg chg="mod">
          <ac:chgData name="Suhas Khot" userId="153b9f72228e3c30" providerId="LiveId" clId="{F90A5216-2E2A-488C-A43C-AF02F0F130DA}" dt="2026-03-30T12:14:29.407" v="899"/>
          <ac:picMkLst>
            <pc:docMk/>
            <pc:sldMk cId="623804987" sldId="343"/>
            <ac:picMk id="8" creationId="{2EBD6AD1-25E0-7920-78A0-95B16C7DC214}"/>
          </ac:picMkLst>
        </pc:picChg>
      </pc:sldChg>
      <pc:sldChg chg="modSp">
        <pc:chgData name="Suhas Khot" userId="153b9f72228e3c30" providerId="LiveId" clId="{F90A5216-2E2A-488C-A43C-AF02F0F130DA}" dt="2026-03-30T12:14:29.407" v="899"/>
        <pc:sldMkLst>
          <pc:docMk/>
          <pc:sldMk cId="2770819947" sldId="344"/>
        </pc:sldMkLst>
        <pc:picChg chg="mod">
          <ac:chgData name="Suhas Khot" userId="153b9f72228e3c30" providerId="LiveId" clId="{F90A5216-2E2A-488C-A43C-AF02F0F130DA}" dt="2026-03-30T12:14:29.407" v="899"/>
          <ac:picMkLst>
            <pc:docMk/>
            <pc:sldMk cId="2770819947" sldId="344"/>
            <ac:picMk id="7" creationId="{E5C6DF71-2658-458E-6E35-D95CE08F9B19}"/>
          </ac:picMkLst>
        </pc:picChg>
      </pc:sldChg>
      <pc:sldChg chg="modSp">
        <pc:chgData name="Suhas Khot" userId="153b9f72228e3c30" providerId="LiveId" clId="{F90A5216-2E2A-488C-A43C-AF02F0F130DA}" dt="2026-03-30T12:14:29.407" v="899"/>
        <pc:sldMkLst>
          <pc:docMk/>
          <pc:sldMk cId="2422235925" sldId="374"/>
        </pc:sldMkLst>
        <pc:spChg chg="mod">
          <ac:chgData name="Suhas Khot" userId="153b9f72228e3c30" providerId="LiveId" clId="{F90A5216-2E2A-488C-A43C-AF02F0F130DA}" dt="2026-03-30T12:14:29.407" v="899"/>
          <ac:spMkLst>
            <pc:docMk/>
            <pc:sldMk cId="2422235925" sldId="374"/>
            <ac:spMk id="3" creationId="{00000000-0000-0000-0000-000000000000}"/>
          </ac:spMkLst>
        </pc:spChg>
      </pc:sldChg>
      <pc:sldChg chg="addSp modSp mod modClrScheme chgLayout">
        <pc:chgData name="Suhas Khot" userId="153b9f72228e3c30" providerId="LiveId" clId="{F90A5216-2E2A-488C-A43C-AF02F0F130DA}" dt="2026-03-30T12:09:44.544" v="858" actId="113"/>
        <pc:sldMkLst>
          <pc:docMk/>
          <pc:sldMk cId="0" sldId="376"/>
        </pc:sldMkLst>
        <pc:spChg chg="add mod ord">
          <ac:chgData name="Suhas Khot" userId="153b9f72228e3c30" providerId="LiveId" clId="{F90A5216-2E2A-488C-A43C-AF02F0F130DA}" dt="2026-03-30T12:09:44.544" v="858" actId="113"/>
          <ac:spMkLst>
            <pc:docMk/>
            <pc:sldMk cId="0" sldId="376"/>
            <ac:spMk id="2" creationId="{7FA52A7D-9ED0-CC2F-699A-B63C3835D6A3}"/>
          </ac:spMkLst>
        </pc:spChg>
      </pc:sldChg>
      <pc:sldChg chg="modSp">
        <pc:chgData name="Suhas Khot" userId="153b9f72228e3c30" providerId="LiveId" clId="{F90A5216-2E2A-488C-A43C-AF02F0F130DA}" dt="2026-03-30T12:14:29.407" v="899"/>
        <pc:sldMkLst>
          <pc:docMk/>
          <pc:sldMk cId="564344301" sldId="386"/>
        </pc:sldMkLst>
        <pc:spChg chg="mod">
          <ac:chgData name="Suhas Khot" userId="153b9f72228e3c30" providerId="LiveId" clId="{F90A5216-2E2A-488C-A43C-AF02F0F130DA}" dt="2026-03-30T12:14:29.407" v="899"/>
          <ac:spMkLst>
            <pc:docMk/>
            <pc:sldMk cId="564344301" sldId="386"/>
            <ac:spMk id="3" creationId="{00000000-0000-0000-0000-000000000000}"/>
          </ac:spMkLst>
        </pc:spChg>
      </pc:sldChg>
      <pc:sldChg chg="modSp">
        <pc:chgData name="Suhas Khot" userId="153b9f72228e3c30" providerId="LiveId" clId="{F90A5216-2E2A-488C-A43C-AF02F0F130DA}" dt="2026-03-30T12:14:29.407" v="899"/>
        <pc:sldMkLst>
          <pc:docMk/>
          <pc:sldMk cId="1860719901" sldId="391"/>
        </pc:sldMkLst>
        <pc:spChg chg="mod">
          <ac:chgData name="Suhas Khot" userId="153b9f72228e3c30" providerId="LiveId" clId="{F90A5216-2E2A-488C-A43C-AF02F0F130DA}" dt="2026-03-30T12:14:29.407" v="899"/>
          <ac:spMkLst>
            <pc:docMk/>
            <pc:sldMk cId="1860719901" sldId="391"/>
            <ac:spMk id="2" creationId="{C26C15E6-A12D-D3CE-F683-A8E791D9C6C0}"/>
          </ac:spMkLst>
        </pc:spChg>
      </pc:sldChg>
      <pc:sldChg chg="del">
        <pc:chgData name="Suhas Khot" userId="153b9f72228e3c30" providerId="LiveId" clId="{F90A5216-2E2A-488C-A43C-AF02F0F130DA}" dt="2026-03-30T09:02:57.148" v="755" actId="47"/>
        <pc:sldMkLst>
          <pc:docMk/>
          <pc:sldMk cId="1306620611" sldId="399"/>
        </pc:sldMkLst>
      </pc:sldChg>
      <pc:sldChg chg="del">
        <pc:chgData name="Suhas Khot" userId="153b9f72228e3c30" providerId="LiveId" clId="{F90A5216-2E2A-488C-A43C-AF02F0F130DA}" dt="2026-03-30T09:02:57.148" v="755" actId="47"/>
        <pc:sldMkLst>
          <pc:docMk/>
          <pc:sldMk cId="2880913361" sldId="400"/>
        </pc:sldMkLst>
      </pc:sldChg>
      <pc:sldChg chg="del">
        <pc:chgData name="Suhas Khot" userId="153b9f72228e3c30" providerId="LiveId" clId="{F90A5216-2E2A-488C-A43C-AF02F0F130DA}" dt="2026-03-30T09:02:57.148" v="755" actId="47"/>
        <pc:sldMkLst>
          <pc:docMk/>
          <pc:sldMk cId="3139076696" sldId="401"/>
        </pc:sldMkLst>
      </pc:sldChg>
      <pc:sldChg chg="addSp delSp modSp new mod ord">
        <pc:chgData name="Suhas Khot" userId="153b9f72228e3c30" providerId="LiveId" clId="{F90A5216-2E2A-488C-A43C-AF02F0F130DA}" dt="2026-03-30T12:14:29.407" v="899"/>
        <pc:sldMkLst>
          <pc:docMk/>
          <pc:sldMk cId="2834013428" sldId="402"/>
        </pc:sldMkLst>
        <pc:spChg chg="mod">
          <ac:chgData name="Suhas Khot" userId="153b9f72228e3c30" providerId="LiveId" clId="{F90A5216-2E2A-488C-A43C-AF02F0F130DA}" dt="2026-03-30T12:14:29.407" v="899"/>
          <ac:spMkLst>
            <pc:docMk/>
            <pc:sldMk cId="2834013428" sldId="402"/>
            <ac:spMk id="2" creationId="{5FB5EE68-DF6D-AAB5-539B-AA90445DB864}"/>
          </ac:spMkLst>
        </pc:spChg>
        <pc:spChg chg="del">
          <ac:chgData name="Suhas Khot" userId="153b9f72228e3c30" providerId="LiveId" clId="{F90A5216-2E2A-488C-A43C-AF02F0F130DA}" dt="2026-03-29T11:11:27.921" v="34" actId="931"/>
          <ac:spMkLst>
            <pc:docMk/>
            <pc:sldMk cId="2834013428" sldId="402"/>
            <ac:spMk id="3" creationId="{E5D1EDB7-D306-29FB-22EC-A4E22AA33B28}"/>
          </ac:spMkLst>
        </pc:spChg>
        <pc:spChg chg="mod">
          <ac:chgData name="Suhas Khot" userId="153b9f72228e3c30" providerId="LiveId" clId="{F90A5216-2E2A-488C-A43C-AF02F0F130DA}" dt="2026-03-30T09:02:28.965" v="754" actId="20577"/>
          <ac:spMkLst>
            <pc:docMk/>
            <pc:sldMk cId="2834013428" sldId="402"/>
            <ac:spMk id="4" creationId="{E19EB60D-19BD-EE2D-A35E-762F56997C04}"/>
          </ac:spMkLst>
        </pc:spChg>
        <pc:picChg chg="add mod ord">
          <ac:chgData name="Suhas Khot" userId="153b9f72228e3c30" providerId="LiveId" clId="{F90A5216-2E2A-488C-A43C-AF02F0F130DA}" dt="2026-03-30T12:14:29.407" v="899"/>
          <ac:picMkLst>
            <pc:docMk/>
            <pc:sldMk cId="2834013428" sldId="402"/>
            <ac:picMk id="6" creationId="{A440A519-97FE-BDF4-DD6B-96F203FEB444}"/>
          </ac:picMkLst>
        </pc:picChg>
      </pc:sldChg>
      <pc:sldChg chg="addSp delSp modSp new mod modClrScheme modAnim chgLayout">
        <pc:chgData name="Suhas Khot" userId="153b9f72228e3c30" providerId="LiveId" clId="{F90A5216-2E2A-488C-A43C-AF02F0F130DA}" dt="2026-03-30T12:14:29.407" v="899"/>
        <pc:sldMkLst>
          <pc:docMk/>
          <pc:sldMk cId="2717943079" sldId="403"/>
        </pc:sldMkLst>
        <pc:spChg chg="del">
          <ac:chgData name="Suhas Khot" userId="153b9f72228e3c30" providerId="LiveId" clId="{F90A5216-2E2A-488C-A43C-AF02F0F130DA}" dt="2026-03-29T11:20:31.378" v="150" actId="478"/>
          <ac:spMkLst>
            <pc:docMk/>
            <pc:sldMk cId="2717943079" sldId="403"/>
            <ac:spMk id="2" creationId="{FBCB2FE5-5C2C-A6F5-039F-8638E7D5EB86}"/>
          </ac:spMkLst>
        </pc:spChg>
        <pc:spChg chg="del mod">
          <ac:chgData name="Suhas Khot" userId="153b9f72228e3c30" providerId="LiveId" clId="{F90A5216-2E2A-488C-A43C-AF02F0F130DA}" dt="2026-03-29T11:37:56.634" v="155" actId="931"/>
          <ac:spMkLst>
            <pc:docMk/>
            <pc:sldMk cId="2717943079" sldId="403"/>
            <ac:spMk id="3" creationId="{700A2009-F5AE-7494-39D3-86C076B0AFF7}"/>
          </ac:spMkLst>
        </pc:spChg>
        <pc:spChg chg="del">
          <ac:chgData name="Suhas Khot" userId="153b9f72228e3c30" providerId="LiveId" clId="{F90A5216-2E2A-488C-A43C-AF02F0F130DA}" dt="2026-03-29T11:20:33.953" v="151" actId="478"/>
          <ac:spMkLst>
            <pc:docMk/>
            <pc:sldMk cId="2717943079" sldId="403"/>
            <ac:spMk id="4" creationId="{9FD89E77-4CF6-6BB6-32F6-95549BCCE8C2}"/>
          </ac:spMkLst>
        </pc:spChg>
        <pc:spChg chg="add mod">
          <ac:chgData name="Suhas Khot" userId="153b9f72228e3c30" providerId="LiveId" clId="{F90A5216-2E2A-488C-A43C-AF02F0F130DA}" dt="2026-03-29T11:43:24.909" v="195" actId="14861"/>
          <ac:spMkLst>
            <pc:docMk/>
            <pc:sldMk cId="2717943079" sldId="403"/>
            <ac:spMk id="27" creationId="{3CDE7806-FAF5-C4BF-7060-87C8DA8DFF50}"/>
          </ac:spMkLst>
        </pc:spChg>
        <pc:spChg chg="add mod">
          <ac:chgData name="Suhas Khot" userId="153b9f72228e3c30" providerId="LiveId" clId="{F90A5216-2E2A-488C-A43C-AF02F0F130DA}" dt="2026-03-29T11:44:04.627" v="235" actId="1038"/>
          <ac:spMkLst>
            <pc:docMk/>
            <pc:sldMk cId="2717943079" sldId="403"/>
            <ac:spMk id="28" creationId="{2376C4C6-9185-9E39-98BB-DD5684004AEA}"/>
          </ac:spMkLst>
        </pc:spChg>
        <pc:spChg chg="add mod">
          <ac:chgData name="Suhas Khot" userId="153b9f72228e3c30" providerId="LiveId" clId="{F90A5216-2E2A-488C-A43C-AF02F0F130DA}" dt="2026-03-29T11:45:17.733" v="326" actId="1038"/>
          <ac:spMkLst>
            <pc:docMk/>
            <pc:sldMk cId="2717943079" sldId="403"/>
            <ac:spMk id="29" creationId="{093FC986-5E9C-CE72-5D16-906AB53AB44E}"/>
          </ac:spMkLst>
        </pc:spChg>
        <pc:spChg chg="add del mod">
          <ac:chgData name="Suhas Khot" userId="153b9f72228e3c30" providerId="LiveId" clId="{F90A5216-2E2A-488C-A43C-AF02F0F130DA}" dt="2026-03-29T11:50:45.128" v="390" actId="478"/>
          <ac:spMkLst>
            <pc:docMk/>
            <pc:sldMk cId="2717943079" sldId="403"/>
            <ac:spMk id="30" creationId="{8AF28E51-4359-0994-BB79-CAD9D179ACFA}"/>
          </ac:spMkLst>
        </pc:spChg>
        <pc:spChg chg="add mod">
          <ac:chgData name="Suhas Khot" userId="153b9f72228e3c30" providerId="LiveId" clId="{F90A5216-2E2A-488C-A43C-AF02F0F130DA}" dt="2026-03-29T11:51:23.603" v="395" actId="1076"/>
          <ac:spMkLst>
            <pc:docMk/>
            <pc:sldMk cId="2717943079" sldId="403"/>
            <ac:spMk id="31" creationId="{48B91BBD-4BBC-E170-3622-D051D8243751}"/>
          </ac:spMkLst>
        </pc:spChg>
        <pc:spChg chg="add mod">
          <ac:chgData name="Suhas Khot" userId="153b9f72228e3c30" providerId="LiveId" clId="{F90A5216-2E2A-488C-A43C-AF02F0F130DA}" dt="2026-03-29T11:52:42.491" v="408" actId="1076"/>
          <ac:spMkLst>
            <pc:docMk/>
            <pc:sldMk cId="2717943079" sldId="403"/>
            <ac:spMk id="32" creationId="{7D7551C5-1958-3F20-A61F-360CD1D35C3B}"/>
          </ac:spMkLst>
        </pc:spChg>
        <pc:spChg chg="add mod">
          <ac:chgData name="Suhas Khot" userId="153b9f72228e3c30" providerId="LiveId" clId="{F90A5216-2E2A-488C-A43C-AF02F0F130DA}" dt="2026-03-29T11:54:18.152" v="428" actId="1076"/>
          <ac:spMkLst>
            <pc:docMk/>
            <pc:sldMk cId="2717943079" sldId="403"/>
            <ac:spMk id="33" creationId="{7C50ADA6-7225-2873-4E07-3B461F976683}"/>
          </ac:spMkLst>
        </pc:spChg>
        <pc:spChg chg="add mod">
          <ac:chgData name="Suhas Khot" userId="153b9f72228e3c30" providerId="LiveId" clId="{F90A5216-2E2A-488C-A43C-AF02F0F130DA}" dt="2026-03-29T11:56:14.770" v="445" actId="1076"/>
          <ac:spMkLst>
            <pc:docMk/>
            <pc:sldMk cId="2717943079" sldId="403"/>
            <ac:spMk id="34" creationId="{2EACD582-67D8-067A-6D88-FB366F9D8B22}"/>
          </ac:spMkLst>
        </pc:spChg>
        <pc:spChg chg="add del mod ord">
          <ac:chgData name="Suhas Khot" userId="153b9f72228e3c30" providerId="LiveId" clId="{F90A5216-2E2A-488C-A43C-AF02F0F130DA}" dt="2026-03-29T11:58:16.240" v="452" actId="700"/>
          <ac:spMkLst>
            <pc:docMk/>
            <pc:sldMk cId="2717943079" sldId="403"/>
            <ac:spMk id="35" creationId="{59201F12-356D-4279-F1C9-65055B22BAFF}"/>
          </ac:spMkLst>
        </pc:spChg>
        <pc:spChg chg="add mod ord">
          <ac:chgData name="Suhas Khot" userId="153b9f72228e3c30" providerId="LiveId" clId="{F90A5216-2E2A-488C-A43C-AF02F0F130DA}" dt="2026-03-29T11:59:56.126" v="507" actId="207"/>
          <ac:spMkLst>
            <pc:docMk/>
            <pc:sldMk cId="2717943079" sldId="403"/>
            <ac:spMk id="36" creationId="{CC5DB67D-4821-9447-276D-86D7FC5334F8}"/>
          </ac:spMkLst>
        </pc:spChg>
        <pc:spChg chg="add del mod ord">
          <ac:chgData name="Suhas Khot" userId="153b9f72228e3c30" providerId="LiveId" clId="{F90A5216-2E2A-488C-A43C-AF02F0F130DA}" dt="2026-03-29T11:59:02.411" v="458" actId="478"/>
          <ac:spMkLst>
            <pc:docMk/>
            <pc:sldMk cId="2717943079" sldId="403"/>
            <ac:spMk id="37" creationId="{DCBAB88C-2528-B54F-C574-A0DA9F617BDD}"/>
          </ac:spMkLst>
        </pc:spChg>
        <pc:picChg chg="add mod ord">
          <ac:chgData name="Suhas Khot" userId="153b9f72228e3c30" providerId="LiveId" clId="{F90A5216-2E2A-488C-A43C-AF02F0F130DA}" dt="2026-03-30T12:14:29.407" v="899"/>
          <ac:picMkLst>
            <pc:docMk/>
            <pc:sldMk cId="2717943079" sldId="403"/>
            <ac:picMk id="6" creationId="{88279A49-AB08-34C5-A8B2-AC334D96B732}"/>
          </ac:picMkLst>
        </pc:picChg>
        <pc:picChg chg="add mod">
          <ac:chgData name="Suhas Khot" userId="153b9f72228e3c30" providerId="LiveId" clId="{F90A5216-2E2A-488C-A43C-AF02F0F130DA}" dt="2026-03-29T11:52:00.910" v="401" actId="1076"/>
          <ac:picMkLst>
            <pc:docMk/>
            <pc:sldMk cId="2717943079" sldId="403"/>
            <ac:picMk id="8" creationId="{D63359F2-809D-8ED5-72CC-E5E634C612E9}"/>
          </ac:picMkLst>
        </pc:picChg>
        <pc:picChg chg="add mod">
          <ac:chgData name="Suhas Khot" userId="153b9f72228e3c30" providerId="LiveId" clId="{F90A5216-2E2A-488C-A43C-AF02F0F130DA}" dt="2026-03-29T11:51:54.537" v="400" actId="1076"/>
          <ac:picMkLst>
            <pc:docMk/>
            <pc:sldMk cId="2717943079" sldId="403"/>
            <ac:picMk id="10" creationId="{CE8C0648-50B4-E240-C3A0-9147383496E2}"/>
          </ac:picMkLst>
        </pc:picChg>
        <pc:picChg chg="add del mod">
          <ac:chgData name="Suhas Khot" userId="153b9f72228e3c30" providerId="LiveId" clId="{F90A5216-2E2A-488C-A43C-AF02F0F130DA}" dt="2026-03-29T11:39:35.166" v="177" actId="478"/>
          <ac:picMkLst>
            <pc:docMk/>
            <pc:sldMk cId="2717943079" sldId="403"/>
            <ac:picMk id="12" creationId="{3143B0A7-AD3D-FFD6-76F5-3AE31F0499B2}"/>
          </ac:picMkLst>
        </pc:picChg>
        <pc:picChg chg="add mod">
          <ac:chgData name="Suhas Khot" userId="153b9f72228e3c30" providerId="LiveId" clId="{F90A5216-2E2A-488C-A43C-AF02F0F130DA}" dt="2026-03-29T11:53:15.950" v="421" actId="1038"/>
          <ac:picMkLst>
            <pc:docMk/>
            <pc:sldMk cId="2717943079" sldId="403"/>
            <ac:picMk id="14" creationId="{3C815EEB-8A8A-8DCD-80A8-3401081C14D2}"/>
          </ac:picMkLst>
        </pc:picChg>
        <pc:picChg chg="add del mod">
          <ac:chgData name="Suhas Khot" userId="153b9f72228e3c30" providerId="LiveId" clId="{F90A5216-2E2A-488C-A43C-AF02F0F130DA}" dt="2026-03-29T11:55:59.262" v="443" actId="1036"/>
          <ac:picMkLst>
            <pc:docMk/>
            <pc:sldMk cId="2717943079" sldId="403"/>
            <ac:picMk id="16" creationId="{ED8259F8-FAEA-C970-596A-B129DFF3C5B0}"/>
          </ac:picMkLst>
        </pc:picChg>
        <pc:picChg chg="add mod">
          <ac:chgData name="Suhas Khot" userId="153b9f72228e3c30" providerId="LiveId" clId="{F90A5216-2E2A-488C-A43C-AF02F0F130DA}" dt="2026-03-29T11:55:46.256" v="439" actId="1076"/>
          <ac:picMkLst>
            <pc:docMk/>
            <pc:sldMk cId="2717943079" sldId="403"/>
            <ac:picMk id="18" creationId="{C3096D42-C948-D634-32E6-74F1AC2E9C5F}"/>
          </ac:picMkLst>
        </pc:picChg>
        <pc:picChg chg="add mod">
          <ac:chgData name="Suhas Khot" userId="153b9f72228e3c30" providerId="LiveId" clId="{F90A5216-2E2A-488C-A43C-AF02F0F130DA}" dt="2026-03-29T11:56:31.642" v="449" actId="1076"/>
          <ac:picMkLst>
            <pc:docMk/>
            <pc:sldMk cId="2717943079" sldId="403"/>
            <ac:picMk id="20" creationId="{158DCB44-1968-9381-0554-F0AE58C733B4}"/>
          </ac:picMkLst>
        </pc:picChg>
        <pc:picChg chg="add mod">
          <ac:chgData name="Suhas Khot" userId="153b9f72228e3c30" providerId="LiveId" clId="{F90A5216-2E2A-488C-A43C-AF02F0F130DA}" dt="2026-03-29T11:45:51.539" v="359" actId="1038"/>
          <ac:picMkLst>
            <pc:docMk/>
            <pc:sldMk cId="2717943079" sldId="403"/>
            <ac:picMk id="22" creationId="{775A0736-A960-5E69-F38F-5E582F26A05B}"/>
          </ac:picMkLst>
        </pc:picChg>
        <pc:picChg chg="add mod">
          <ac:chgData name="Suhas Khot" userId="153b9f72228e3c30" providerId="LiveId" clId="{F90A5216-2E2A-488C-A43C-AF02F0F130DA}" dt="2026-03-29T11:44:31.725" v="244" actId="1037"/>
          <ac:picMkLst>
            <pc:docMk/>
            <pc:sldMk cId="2717943079" sldId="403"/>
            <ac:picMk id="24" creationId="{31CE0DD0-6E1D-5708-0913-8B7EF0DDF6AD}"/>
          </ac:picMkLst>
        </pc:picChg>
        <pc:picChg chg="add mod modCrop">
          <ac:chgData name="Suhas Khot" userId="153b9f72228e3c30" providerId="LiveId" clId="{F90A5216-2E2A-488C-A43C-AF02F0F130DA}" dt="2026-03-29T11:41:08.384" v="187" actId="1076"/>
          <ac:picMkLst>
            <pc:docMk/>
            <pc:sldMk cId="2717943079" sldId="403"/>
            <ac:picMk id="26" creationId="{4CBEADDE-0E79-843E-1C99-FA2054115C72}"/>
          </ac:picMkLst>
        </pc:picChg>
      </pc:sldChg>
      <pc:sldChg chg="addSp delSp modSp new mod modClrScheme chgLayout">
        <pc:chgData name="Suhas Khot" userId="153b9f72228e3c30" providerId="LiveId" clId="{F90A5216-2E2A-488C-A43C-AF02F0F130DA}" dt="2026-03-30T12:20:03.320" v="907" actId="478"/>
        <pc:sldMkLst>
          <pc:docMk/>
          <pc:sldMk cId="2218851926" sldId="404"/>
        </pc:sldMkLst>
        <pc:spChg chg="mod ord">
          <ac:chgData name="Suhas Khot" userId="153b9f72228e3c30" providerId="LiveId" clId="{F90A5216-2E2A-488C-A43C-AF02F0F130DA}" dt="2026-03-30T12:14:29.407" v="899"/>
          <ac:spMkLst>
            <pc:docMk/>
            <pc:sldMk cId="2218851926" sldId="404"/>
            <ac:spMk id="2" creationId="{115263A7-10EF-2F24-410F-693CA6854075}"/>
          </ac:spMkLst>
        </pc:spChg>
        <pc:spChg chg="add del mod ord">
          <ac:chgData name="Suhas Khot" userId="153b9f72228e3c30" providerId="LiveId" clId="{F90A5216-2E2A-488C-A43C-AF02F0F130DA}" dt="2026-03-30T12:10:11.034" v="864" actId="700"/>
          <ac:spMkLst>
            <pc:docMk/>
            <pc:sldMk cId="2218851926" sldId="404"/>
            <ac:spMk id="3" creationId="{B07BC8B3-A4B6-0BFB-786F-05195F892BDE}"/>
          </ac:spMkLst>
        </pc:spChg>
        <pc:spChg chg="del">
          <ac:chgData name="Suhas Khot" userId="153b9f72228e3c30" providerId="LiveId" clId="{F90A5216-2E2A-488C-A43C-AF02F0F130DA}" dt="2026-03-29T12:00:42.236" v="509" actId="931"/>
          <ac:spMkLst>
            <pc:docMk/>
            <pc:sldMk cId="2218851926" sldId="404"/>
            <ac:spMk id="3" creationId="{FA87974C-1A5E-4A03-3769-51CEF05DE0A8}"/>
          </ac:spMkLst>
        </pc:spChg>
        <pc:spChg chg="add mod">
          <ac:chgData name="Suhas Khot" userId="153b9f72228e3c30" providerId="LiveId" clId="{F90A5216-2E2A-488C-A43C-AF02F0F130DA}" dt="2026-03-30T12:16:43.412" v="900" actId="1076"/>
          <ac:spMkLst>
            <pc:docMk/>
            <pc:sldMk cId="2218851926" sldId="404"/>
            <ac:spMk id="4" creationId="{6A79FE5B-EE31-1404-F9EC-59368AFB98A5}"/>
          </ac:spMkLst>
        </pc:spChg>
        <pc:spChg chg="add del mod">
          <ac:chgData name="Suhas Khot" userId="153b9f72228e3c30" providerId="LiveId" clId="{F90A5216-2E2A-488C-A43C-AF02F0F130DA}" dt="2026-03-30T12:20:03.320" v="907" actId="478"/>
          <ac:spMkLst>
            <pc:docMk/>
            <pc:sldMk cId="2218851926" sldId="404"/>
            <ac:spMk id="6" creationId="{CF503AB8-1D0E-7AF1-9D07-2683C0720438}"/>
          </ac:spMkLst>
        </pc:spChg>
        <pc:picChg chg="add mod ord">
          <ac:chgData name="Suhas Khot" userId="153b9f72228e3c30" providerId="LiveId" clId="{F90A5216-2E2A-488C-A43C-AF02F0F130DA}" dt="2026-03-30T12:14:29.407" v="899"/>
          <ac:picMkLst>
            <pc:docMk/>
            <pc:sldMk cId="2218851926" sldId="404"/>
            <ac:picMk id="5" creationId="{2B4E93D7-A271-ACEC-DDE9-5A8641310C9D}"/>
          </ac:picMkLst>
        </pc:picChg>
      </pc:sldChg>
      <pc:sldChg chg="addSp delSp modSp new mod ord">
        <pc:chgData name="Suhas Khot" userId="153b9f72228e3c30" providerId="LiveId" clId="{F90A5216-2E2A-488C-A43C-AF02F0F130DA}" dt="2026-03-30T12:14:29.407" v="899"/>
        <pc:sldMkLst>
          <pc:docMk/>
          <pc:sldMk cId="78896601" sldId="405"/>
        </pc:sldMkLst>
        <pc:spChg chg="mod">
          <ac:chgData name="Suhas Khot" userId="153b9f72228e3c30" providerId="LiveId" clId="{F90A5216-2E2A-488C-A43C-AF02F0F130DA}" dt="2026-03-30T12:14:29.407" v="899"/>
          <ac:spMkLst>
            <pc:docMk/>
            <pc:sldMk cId="78896601" sldId="405"/>
            <ac:spMk id="2" creationId="{E29B9E68-B354-3E98-E3BA-AACF067AB08E}"/>
          </ac:spMkLst>
        </pc:spChg>
        <pc:spChg chg="del">
          <ac:chgData name="Suhas Khot" userId="153b9f72228e3c30" providerId="LiveId" clId="{F90A5216-2E2A-488C-A43C-AF02F0F130DA}" dt="2026-03-29T12:02:55.801" v="546" actId="931"/>
          <ac:spMkLst>
            <pc:docMk/>
            <pc:sldMk cId="78896601" sldId="405"/>
            <ac:spMk id="3" creationId="{8CCF85B5-B6D1-AEE7-7266-BDCC13CD9757}"/>
          </ac:spMkLst>
        </pc:spChg>
        <pc:spChg chg="mod">
          <ac:chgData name="Suhas Khot" userId="153b9f72228e3c30" providerId="LiveId" clId="{F90A5216-2E2A-488C-A43C-AF02F0F130DA}" dt="2026-03-29T12:11:38.560" v="661" actId="207"/>
          <ac:spMkLst>
            <pc:docMk/>
            <pc:sldMk cId="78896601" sldId="405"/>
            <ac:spMk id="4" creationId="{403654B1-8EA8-D288-444A-60959404AB18}"/>
          </ac:spMkLst>
        </pc:spChg>
        <pc:picChg chg="add mod ord">
          <ac:chgData name="Suhas Khot" userId="153b9f72228e3c30" providerId="LiveId" clId="{F90A5216-2E2A-488C-A43C-AF02F0F130DA}" dt="2026-03-30T12:14:29.407" v="899"/>
          <ac:picMkLst>
            <pc:docMk/>
            <pc:sldMk cId="78896601" sldId="405"/>
            <ac:picMk id="6" creationId="{35372EEB-C44F-6E01-99D1-882AAE91C49E}"/>
          </ac:picMkLst>
        </pc:picChg>
      </pc:sldChg>
      <pc:sldChg chg="addSp delSp modSp new mod ord modAnim">
        <pc:chgData name="Suhas Khot" userId="153b9f72228e3c30" providerId="LiveId" clId="{F90A5216-2E2A-488C-A43C-AF02F0F130DA}" dt="2026-03-30T12:14:29.407" v="899"/>
        <pc:sldMkLst>
          <pc:docMk/>
          <pc:sldMk cId="2304246459" sldId="406"/>
        </pc:sldMkLst>
        <pc:spChg chg="mod">
          <ac:chgData name="Suhas Khot" userId="153b9f72228e3c30" providerId="LiveId" clId="{F90A5216-2E2A-488C-A43C-AF02F0F130DA}" dt="2026-03-30T12:14:29.407" v="899"/>
          <ac:spMkLst>
            <pc:docMk/>
            <pc:sldMk cId="2304246459" sldId="406"/>
            <ac:spMk id="2" creationId="{05A4FF5D-D776-F2D7-AA93-D2DB6CE1EA6C}"/>
          </ac:spMkLst>
        </pc:spChg>
        <pc:spChg chg="del">
          <ac:chgData name="Suhas Khot" userId="153b9f72228e3c30" providerId="LiveId" clId="{F90A5216-2E2A-488C-A43C-AF02F0F130DA}" dt="2026-03-30T03:49:43.518" v="703" actId="931"/>
          <ac:spMkLst>
            <pc:docMk/>
            <pc:sldMk cId="2304246459" sldId="406"/>
            <ac:spMk id="3" creationId="{FE740443-09E0-F10D-02C0-D7EF86E66AF1}"/>
          </ac:spMkLst>
        </pc:spChg>
        <pc:spChg chg="del">
          <ac:chgData name="Suhas Khot" userId="153b9f72228e3c30" providerId="LiveId" clId="{F90A5216-2E2A-488C-A43C-AF02F0F130DA}" dt="2026-03-30T03:49:12.536" v="702" actId="478"/>
          <ac:spMkLst>
            <pc:docMk/>
            <pc:sldMk cId="2304246459" sldId="406"/>
            <ac:spMk id="4" creationId="{CB8DAF5A-0251-745F-1200-FB9A4A0BC372}"/>
          </ac:spMkLst>
        </pc:spChg>
        <pc:picChg chg="add mod ord">
          <ac:chgData name="Suhas Khot" userId="153b9f72228e3c30" providerId="LiveId" clId="{F90A5216-2E2A-488C-A43C-AF02F0F130DA}" dt="2026-03-30T03:50:20.994" v="716" actId="1076"/>
          <ac:picMkLst>
            <pc:docMk/>
            <pc:sldMk cId="2304246459" sldId="406"/>
            <ac:picMk id="6" creationId="{0AA4CE4B-C322-8B12-2758-7FCFEFC5CE86}"/>
          </ac:picMkLst>
        </pc:picChg>
        <pc:picChg chg="add mod">
          <ac:chgData name="Suhas Khot" userId="153b9f72228e3c30" providerId="LiveId" clId="{F90A5216-2E2A-488C-A43C-AF02F0F130DA}" dt="2026-03-30T03:51:02.720" v="726" actId="1076"/>
          <ac:picMkLst>
            <pc:docMk/>
            <pc:sldMk cId="2304246459" sldId="406"/>
            <ac:picMk id="8" creationId="{EB64F55F-A690-3CD7-F911-EFA0EE0421AA}"/>
          </ac:picMkLst>
        </pc:picChg>
        <pc:picChg chg="add mod">
          <ac:chgData name="Suhas Khot" userId="153b9f72228e3c30" providerId="LiveId" clId="{F90A5216-2E2A-488C-A43C-AF02F0F130DA}" dt="2026-03-30T03:50:40.039" v="720" actId="1076"/>
          <ac:picMkLst>
            <pc:docMk/>
            <pc:sldMk cId="2304246459" sldId="406"/>
            <ac:picMk id="10" creationId="{3F9AEABB-F537-F50C-4BE0-368A1360C3F8}"/>
          </ac:picMkLst>
        </pc:picChg>
        <pc:picChg chg="add mod">
          <ac:chgData name="Suhas Khot" userId="153b9f72228e3c30" providerId="LiveId" clId="{F90A5216-2E2A-488C-A43C-AF02F0F130DA}" dt="2026-03-30T03:50:54.711" v="723" actId="1076"/>
          <ac:picMkLst>
            <pc:docMk/>
            <pc:sldMk cId="2304246459" sldId="406"/>
            <ac:picMk id="12" creationId="{D8F5A781-1CBC-6F32-FCC7-3BA9AB20D97F}"/>
          </ac:picMkLst>
        </pc:picChg>
        <pc:picChg chg="add mod">
          <ac:chgData name="Suhas Khot" userId="153b9f72228e3c30" providerId="LiveId" clId="{F90A5216-2E2A-488C-A43C-AF02F0F130DA}" dt="2026-03-30T03:50:31.063" v="719" actId="1076"/>
          <ac:picMkLst>
            <pc:docMk/>
            <pc:sldMk cId="2304246459" sldId="406"/>
            <ac:picMk id="14" creationId="{A57F56A2-3D82-EAD7-EA97-54550B18EE86}"/>
          </ac:picMkLst>
        </pc:picChg>
      </pc:sldChg>
      <pc:sldMasterChg chg="modTransition modSldLayout">
        <pc:chgData name="Suhas Khot" userId="153b9f72228e3c30" providerId="LiveId" clId="{F90A5216-2E2A-488C-A43C-AF02F0F130DA}" dt="2026-03-30T12:14:29.407" v="899"/>
        <pc:sldMasterMkLst>
          <pc:docMk/>
          <pc:sldMasterMk cId="2327553464" sldId="2147483863"/>
        </pc:sldMasterMkLst>
        <pc:sldLayoutChg chg="modTransition">
          <pc:chgData name="Suhas Khot" userId="153b9f72228e3c30" providerId="LiveId" clId="{F90A5216-2E2A-488C-A43C-AF02F0F130DA}" dt="2026-03-30T12:14:29.407" v="899"/>
          <pc:sldLayoutMkLst>
            <pc:docMk/>
            <pc:sldMasterMk cId="2327553464" sldId="2147483863"/>
            <pc:sldLayoutMk cId="3748871828" sldId="2147483864"/>
          </pc:sldLayoutMkLst>
        </pc:sldLayoutChg>
        <pc:sldLayoutChg chg="modTransition">
          <pc:chgData name="Suhas Khot" userId="153b9f72228e3c30" providerId="LiveId" clId="{F90A5216-2E2A-488C-A43C-AF02F0F130DA}" dt="2026-03-30T12:14:29.407" v="899"/>
          <pc:sldLayoutMkLst>
            <pc:docMk/>
            <pc:sldMasterMk cId="2327553464" sldId="2147483863"/>
            <pc:sldLayoutMk cId="1290124796" sldId="2147483869"/>
          </pc:sldLayoutMkLst>
        </pc:sldLayoutChg>
        <pc:sldLayoutChg chg="modTransition">
          <pc:chgData name="Suhas Khot" userId="153b9f72228e3c30" providerId="LiveId" clId="{F90A5216-2E2A-488C-A43C-AF02F0F130DA}" dt="2026-03-30T12:14:29.407" v="899"/>
          <pc:sldLayoutMkLst>
            <pc:docMk/>
            <pc:sldMasterMk cId="2327553464" sldId="2147483863"/>
            <pc:sldLayoutMk cId="1214905534" sldId="2147483870"/>
          </pc:sldLayoutMkLst>
        </pc:sldLayoutChg>
        <pc:sldLayoutChg chg="modTransition">
          <pc:chgData name="Suhas Khot" userId="153b9f72228e3c30" providerId="LiveId" clId="{F90A5216-2E2A-488C-A43C-AF02F0F130DA}" dt="2026-03-30T12:14:29.407" v="899"/>
          <pc:sldLayoutMkLst>
            <pc:docMk/>
            <pc:sldMasterMk cId="2327553464" sldId="2147483863"/>
            <pc:sldLayoutMk cId="1506167728" sldId="214748387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38B5F2-B811-44B4-9243-E42F1F20CEBE}" type="doc">
      <dgm:prSet loTypeId="urn:microsoft.com/office/officeart/2008/layout/NameandTitleOrganizationalChart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1DB2A7-F18A-444F-8BDB-2A595ABCE6A0}">
      <dgm:prSet phldrT="[Text]" custT="1"/>
      <dgm:spPr/>
      <dgm:t>
        <a:bodyPr/>
        <a:lstStyle/>
        <a:p>
          <a:pPr algn="ctr"/>
          <a:r>
            <a:rPr lang="en-US" sz="2400" dirty="0"/>
            <a:t>CEO</a:t>
          </a:r>
          <a:endParaRPr lang="en-US" sz="1600" dirty="0"/>
        </a:p>
      </dgm:t>
    </dgm:pt>
    <dgm:pt modelId="{A9FF38D3-EA00-45BF-AD37-90E3201164AE}" type="parTrans" cxnId="{EA538F41-E8D6-4314-949B-F6BC5EAE4F65}">
      <dgm:prSet/>
      <dgm:spPr/>
      <dgm:t>
        <a:bodyPr/>
        <a:lstStyle/>
        <a:p>
          <a:pPr algn="ctr"/>
          <a:endParaRPr lang="en-US"/>
        </a:p>
      </dgm:t>
    </dgm:pt>
    <dgm:pt modelId="{7A9B5B6D-9A6C-4AE7-9ED7-F730E0CCB004}" type="sibTrans" cxnId="{EA538F41-E8D6-4314-949B-F6BC5EAE4F65}">
      <dgm:prSet custT="1"/>
      <dgm:spPr/>
      <dgm:t>
        <a:bodyPr/>
        <a:lstStyle/>
        <a:p>
          <a:pPr algn="ctr"/>
          <a:r>
            <a:rPr lang="en-US" sz="1400" dirty="0"/>
            <a:t>Mr. SUDARSHAN KHOT</a:t>
          </a:r>
        </a:p>
      </dgm:t>
    </dgm:pt>
    <dgm:pt modelId="{B969B946-9A87-4180-8BB3-5AEC95B757F2}" type="asst">
      <dgm:prSet phldrT="[Text]"/>
      <dgm:spPr/>
      <dgm:t>
        <a:bodyPr/>
        <a:lstStyle/>
        <a:p>
          <a:pPr algn="ctr"/>
          <a:r>
            <a:rPr lang="en-US" dirty="0"/>
            <a:t>MD</a:t>
          </a:r>
        </a:p>
      </dgm:t>
    </dgm:pt>
    <dgm:pt modelId="{4238CDB2-DD55-46B1-A672-90D3237B4A8D}" type="parTrans" cxnId="{513F73AB-56EB-4880-8F3A-84C75DF627B9}">
      <dgm:prSet/>
      <dgm:spPr/>
      <dgm:t>
        <a:bodyPr/>
        <a:lstStyle/>
        <a:p>
          <a:pPr algn="ctr"/>
          <a:endParaRPr lang="en-US"/>
        </a:p>
      </dgm:t>
    </dgm:pt>
    <dgm:pt modelId="{BD5E5B97-D1CF-4947-945A-5465A86740C6}" type="sibTrans" cxnId="{513F73AB-56EB-4880-8F3A-84C75DF627B9}">
      <dgm:prSet custT="1"/>
      <dgm:spPr/>
      <dgm:t>
        <a:bodyPr/>
        <a:lstStyle/>
        <a:p>
          <a:pPr algn="ctr"/>
          <a:r>
            <a:rPr lang="en-US" sz="1400" dirty="0"/>
            <a:t>Mr. SUHAS KHOT</a:t>
          </a:r>
        </a:p>
      </dgm:t>
    </dgm:pt>
    <dgm:pt modelId="{AE6AB62B-82A1-4B16-B9D0-B01FF47DBD94}">
      <dgm:prSet phldrT="[Text]"/>
      <dgm:spPr/>
      <dgm:t>
        <a:bodyPr/>
        <a:lstStyle/>
        <a:p>
          <a:pPr algn="ctr"/>
          <a:r>
            <a:rPr lang="en-US" dirty="0"/>
            <a:t>PRODUCTION</a:t>
          </a:r>
        </a:p>
      </dgm:t>
    </dgm:pt>
    <dgm:pt modelId="{0C8E5BEB-C3F1-4542-901E-DB9FE8F8EE3C}" type="parTrans" cxnId="{1EFA79C5-A13B-46CF-A41C-1D118AD00B44}">
      <dgm:prSet/>
      <dgm:spPr/>
      <dgm:t>
        <a:bodyPr/>
        <a:lstStyle/>
        <a:p>
          <a:pPr algn="ctr"/>
          <a:endParaRPr lang="en-US"/>
        </a:p>
      </dgm:t>
    </dgm:pt>
    <dgm:pt modelId="{5079FA02-31E5-42AB-B487-9F735E6B1D3A}" type="sibTrans" cxnId="{1EFA79C5-A13B-46CF-A41C-1D118AD00B44}">
      <dgm:prSet/>
      <dgm:spPr/>
      <dgm:t>
        <a:bodyPr/>
        <a:lstStyle/>
        <a:p>
          <a:pPr algn="ctr"/>
          <a:endParaRPr lang="en-US" dirty="0"/>
        </a:p>
      </dgm:t>
    </dgm:pt>
    <dgm:pt modelId="{DF54C38B-E8D3-4EF1-BF0D-77BD3A0DFD5A}">
      <dgm:prSet phldrT="[Text]"/>
      <dgm:spPr/>
      <dgm:t>
        <a:bodyPr/>
        <a:lstStyle/>
        <a:p>
          <a:pPr algn="ctr"/>
          <a:r>
            <a:rPr lang="en-US" dirty="0"/>
            <a:t>QUALITY</a:t>
          </a:r>
        </a:p>
      </dgm:t>
    </dgm:pt>
    <dgm:pt modelId="{6F3DF77D-6F92-4FC7-BCB6-78D7728A3F08}" type="parTrans" cxnId="{E9640069-91B9-411B-B10A-772083ACF2ED}">
      <dgm:prSet/>
      <dgm:spPr/>
      <dgm:t>
        <a:bodyPr/>
        <a:lstStyle/>
        <a:p>
          <a:pPr algn="ctr"/>
          <a:endParaRPr lang="en-US"/>
        </a:p>
      </dgm:t>
    </dgm:pt>
    <dgm:pt modelId="{9C71122C-E8E8-42C0-9BC7-467575F5E6F0}" type="sibTrans" cxnId="{E9640069-91B9-411B-B10A-772083ACF2ED}">
      <dgm:prSet/>
      <dgm:spPr/>
      <dgm:t>
        <a:bodyPr/>
        <a:lstStyle/>
        <a:p>
          <a:pPr algn="ctr"/>
          <a:r>
            <a:rPr lang="en-US" dirty="0"/>
            <a:t>Mr. TEJAS SURVE            Mr.  SUHAS KHOT</a:t>
          </a:r>
        </a:p>
      </dgm:t>
    </dgm:pt>
    <dgm:pt modelId="{71F71B0C-8C0B-4E87-A82C-AF78BD780C23}">
      <dgm:prSet phldrT="[Text]"/>
      <dgm:spPr/>
      <dgm:t>
        <a:bodyPr/>
        <a:lstStyle/>
        <a:p>
          <a:pPr algn="ctr"/>
          <a:r>
            <a:rPr lang="en-US" dirty="0"/>
            <a:t>ACCOUNT </a:t>
          </a:r>
        </a:p>
      </dgm:t>
    </dgm:pt>
    <dgm:pt modelId="{D5314D71-ECCA-4BE7-B6D8-9075B0DD1767}" type="parTrans" cxnId="{8969CA3B-AC4B-4EF7-A5F4-90ED2840E042}">
      <dgm:prSet/>
      <dgm:spPr/>
      <dgm:t>
        <a:bodyPr/>
        <a:lstStyle/>
        <a:p>
          <a:pPr algn="ctr"/>
          <a:endParaRPr lang="en-US"/>
        </a:p>
      </dgm:t>
    </dgm:pt>
    <dgm:pt modelId="{B89CBA1C-452A-4A52-BFB9-4B06EB7BEBFA}" type="sibTrans" cxnId="{8969CA3B-AC4B-4EF7-A5F4-90ED2840E042}">
      <dgm:prSet custT="1"/>
      <dgm:spPr/>
      <dgm:t>
        <a:bodyPr/>
        <a:lstStyle/>
        <a:p>
          <a:pPr algn="ctr"/>
          <a:r>
            <a:rPr lang="en-US" sz="1200" dirty="0">
              <a:latin typeface="+mn-lt"/>
              <a:cs typeface="Arial" panose="020B0604020202020204" pitchFamily="34" charset="0"/>
            </a:rPr>
            <a:t>Mr. DIPAK BOBADE</a:t>
          </a:r>
        </a:p>
      </dgm:t>
    </dgm:pt>
    <dgm:pt modelId="{C56AE059-8F0E-4734-9F3F-650E8644057E}">
      <dgm:prSet phldrT="[Text]"/>
      <dgm:spPr/>
      <dgm:t>
        <a:bodyPr/>
        <a:lstStyle/>
        <a:p>
          <a:pPr algn="ctr"/>
          <a:r>
            <a:rPr lang="en-US" dirty="0"/>
            <a:t>IN HOUSE</a:t>
          </a:r>
        </a:p>
      </dgm:t>
    </dgm:pt>
    <dgm:pt modelId="{D1DDF7CB-D9BD-4C1B-8B50-288AA6CE7B0B}" type="parTrans" cxnId="{A8F458B5-8BB8-4BB8-9F6B-FCD6AF94D330}">
      <dgm:prSet/>
      <dgm:spPr/>
      <dgm:t>
        <a:bodyPr/>
        <a:lstStyle/>
        <a:p>
          <a:pPr algn="ctr"/>
          <a:endParaRPr lang="en-US"/>
        </a:p>
      </dgm:t>
    </dgm:pt>
    <dgm:pt modelId="{80917048-27FC-4044-B127-280DE11261DE}" type="sibTrans" cxnId="{A8F458B5-8BB8-4BB8-9F6B-FCD6AF94D330}">
      <dgm:prSet custT="1"/>
      <dgm:spPr/>
      <dgm:t>
        <a:bodyPr/>
        <a:lstStyle/>
        <a:p>
          <a:pPr algn="ctr"/>
          <a:r>
            <a:rPr lang="en-US" sz="1200" dirty="0"/>
            <a:t>Mr. YOGESH MANGAVE</a:t>
          </a:r>
        </a:p>
      </dgm:t>
    </dgm:pt>
    <dgm:pt modelId="{16BAD999-6366-4E77-B089-3245845E3877}">
      <dgm:prSet phldrT="[Text]"/>
      <dgm:spPr/>
      <dgm:t>
        <a:bodyPr/>
        <a:lstStyle/>
        <a:p>
          <a:pPr algn="ctr"/>
          <a:r>
            <a:rPr lang="en-US" dirty="0"/>
            <a:t>OUT SOURCE</a:t>
          </a:r>
        </a:p>
      </dgm:t>
    </dgm:pt>
    <dgm:pt modelId="{A5D6F076-D149-4224-BEB1-9498B27431A8}" type="parTrans" cxnId="{D79A4EA3-DF48-402C-993C-36C3F63EF196}">
      <dgm:prSet/>
      <dgm:spPr/>
      <dgm:t>
        <a:bodyPr/>
        <a:lstStyle/>
        <a:p>
          <a:pPr algn="ctr"/>
          <a:endParaRPr lang="en-US"/>
        </a:p>
      </dgm:t>
    </dgm:pt>
    <dgm:pt modelId="{00C4F4AB-1284-4CEA-93BE-0C7BA57AF2D1}" type="sibTrans" cxnId="{D79A4EA3-DF48-402C-993C-36C3F63EF196}">
      <dgm:prSet custT="1"/>
      <dgm:spPr/>
      <dgm:t>
        <a:bodyPr/>
        <a:lstStyle/>
        <a:p>
          <a:pPr algn="ctr"/>
          <a:r>
            <a:rPr lang="en-US" sz="1400" dirty="0">
              <a:latin typeface="+mn-lt"/>
              <a:cs typeface="Arial" panose="020B0604020202020204" pitchFamily="34" charset="0"/>
            </a:rPr>
            <a:t>Mr. AMIT PAWAR</a:t>
          </a:r>
        </a:p>
      </dgm:t>
    </dgm:pt>
    <dgm:pt modelId="{589F6539-AC0D-44F4-AB27-FFE9C85BD1CB}" type="pres">
      <dgm:prSet presAssocID="{A638B5F2-B811-44B4-9243-E42F1F20CEB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FD65F64-9331-4994-AF1C-E5974E3AE142}" type="pres">
      <dgm:prSet presAssocID="{C91DB2A7-F18A-444F-8BDB-2A595ABCE6A0}" presName="hierRoot1" presStyleCnt="0">
        <dgm:presLayoutVars>
          <dgm:hierBranch val="init"/>
        </dgm:presLayoutVars>
      </dgm:prSet>
      <dgm:spPr/>
    </dgm:pt>
    <dgm:pt modelId="{1271446F-3C38-447E-B03B-0CD6E9A7D338}" type="pres">
      <dgm:prSet presAssocID="{C91DB2A7-F18A-444F-8BDB-2A595ABCE6A0}" presName="rootComposite1" presStyleCnt="0"/>
      <dgm:spPr/>
    </dgm:pt>
    <dgm:pt modelId="{FB929449-3EAA-471A-9708-0249B122EFDC}" type="pres">
      <dgm:prSet presAssocID="{C91DB2A7-F18A-444F-8BDB-2A595ABCE6A0}" presName="rootText1" presStyleLbl="node0" presStyleIdx="0" presStyleCnt="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F0A2AA27-F96B-45D5-A55C-6EA9B78B1033}" type="pres">
      <dgm:prSet presAssocID="{C91DB2A7-F18A-444F-8BDB-2A595ABCE6A0}" presName="titleText1" presStyleLbl="fgAcc0" presStyleIdx="0" presStyleCnt="1" custScaleX="163685" custScaleY="211093" custLinFactNeighborX="50802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41EC09F-B66C-4CB3-802E-745161772FB9}" type="pres">
      <dgm:prSet presAssocID="{C91DB2A7-F18A-444F-8BDB-2A595ABCE6A0}" presName="rootConnector1" presStyleLbl="node1" presStyleIdx="0" presStyleCnt="5"/>
      <dgm:spPr/>
      <dgm:t>
        <a:bodyPr/>
        <a:lstStyle/>
        <a:p>
          <a:endParaRPr lang="en-US"/>
        </a:p>
      </dgm:t>
    </dgm:pt>
    <dgm:pt modelId="{CF3DF1E0-3137-4AF2-AFC9-64216153A0B4}" type="pres">
      <dgm:prSet presAssocID="{C91DB2A7-F18A-444F-8BDB-2A595ABCE6A0}" presName="hierChild2" presStyleCnt="0"/>
      <dgm:spPr/>
    </dgm:pt>
    <dgm:pt modelId="{C1DED97E-7C43-4AEB-A422-38C496E9A2AA}" type="pres">
      <dgm:prSet presAssocID="{0C8E5BEB-C3F1-4542-901E-DB9FE8F8EE3C}" presName="Name37" presStyleLbl="parChTrans1D2" presStyleIdx="0" presStyleCnt="4"/>
      <dgm:spPr/>
      <dgm:t>
        <a:bodyPr/>
        <a:lstStyle/>
        <a:p>
          <a:endParaRPr lang="en-US"/>
        </a:p>
      </dgm:t>
    </dgm:pt>
    <dgm:pt modelId="{8B8F20C0-4ABB-42FF-AEED-374AE1358696}" type="pres">
      <dgm:prSet presAssocID="{AE6AB62B-82A1-4B16-B9D0-B01FF47DBD94}" presName="hierRoot2" presStyleCnt="0">
        <dgm:presLayoutVars>
          <dgm:hierBranch val="init"/>
        </dgm:presLayoutVars>
      </dgm:prSet>
      <dgm:spPr/>
    </dgm:pt>
    <dgm:pt modelId="{A09100BC-813A-441B-8B08-6BF9BE1E07F7}" type="pres">
      <dgm:prSet presAssocID="{AE6AB62B-82A1-4B16-B9D0-B01FF47DBD94}" presName="rootComposite" presStyleCnt="0"/>
      <dgm:spPr/>
    </dgm:pt>
    <dgm:pt modelId="{AEE31A64-C0F0-4358-BC8B-FBC49E8B0639}" type="pres">
      <dgm:prSet presAssocID="{AE6AB62B-82A1-4B16-B9D0-B01FF47DBD94}" presName="rootText" presStyleLbl="node1" presStyleIdx="0" presStyleCnt="5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2FA05B7E-0BA2-41FF-ACBE-6F52E7C1826F}" type="pres">
      <dgm:prSet presAssocID="{AE6AB62B-82A1-4B16-B9D0-B01FF47DBD94}" presName="titleText2" presStyleLbl="fgAcc1" presStyleIdx="0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0270A68-BBEF-44A4-ADDB-6E9E7AC490A3}" type="pres">
      <dgm:prSet presAssocID="{AE6AB62B-82A1-4B16-B9D0-B01FF47DBD94}" presName="rootConnector" presStyleLbl="node2" presStyleIdx="0" presStyleCnt="0"/>
      <dgm:spPr/>
      <dgm:t>
        <a:bodyPr/>
        <a:lstStyle/>
        <a:p>
          <a:endParaRPr lang="en-US"/>
        </a:p>
      </dgm:t>
    </dgm:pt>
    <dgm:pt modelId="{DBAA7753-D6EB-4B77-A8AA-0FB54FD7FD48}" type="pres">
      <dgm:prSet presAssocID="{AE6AB62B-82A1-4B16-B9D0-B01FF47DBD94}" presName="hierChild4" presStyleCnt="0"/>
      <dgm:spPr/>
    </dgm:pt>
    <dgm:pt modelId="{B24B46B9-950F-4075-922F-D0453CAFF43F}" type="pres">
      <dgm:prSet presAssocID="{D1DDF7CB-D9BD-4C1B-8B50-288AA6CE7B0B}" presName="Name37" presStyleLbl="parChTrans1D3" presStyleIdx="0" presStyleCnt="2"/>
      <dgm:spPr/>
      <dgm:t>
        <a:bodyPr/>
        <a:lstStyle/>
        <a:p>
          <a:endParaRPr lang="en-US"/>
        </a:p>
      </dgm:t>
    </dgm:pt>
    <dgm:pt modelId="{640B16AB-58CE-4AC1-83E1-884CC7416D29}" type="pres">
      <dgm:prSet presAssocID="{C56AE059-8F0E-4734-9F3F-650E8644057E}" presName="hierRoot2" presStyleCnt="0">
        <dgm:presLayoutVars>
          <dgm:hierBranch val="init"/>
        </dgm:presLayoutVars>
      </dgm:prSet>
      <dgm:spPr/>
    </dgm:pt>
    <dgm:pt modelId="{89E703D5-E539-4969-94D8-0CB0137778E8}" type="pres">
      <dgm:prSet presAssocID="{C56AE059-8F0E-4734-9F3F-650E8644057E}" presName="rootComposite" presStyleCnt="0"/>
      <dgm:spPr/>
    </dgm:pt>
    <dgm:pt modelId="{631FD14D-2C4A-4B8F-8438-38785EE917B8}" type="pres">
      <dgm:prSet presAssocID="{C56AE059-8F0E-4734-9F3F-650E8644057E}" presName="rootText" presStyleLbl="node1" presStyleIdx="1" presStyleCnt="5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F94A1D0A-745A-48E7-86F6-6636B6AA42B0}" type="pres">
      <dgm:prSet presAssocID="{C56AE059-8F0E-4734-9F3F-650E8644057E}" presName="titleText2" presStyleLbl="fgAcc1" presStyleIdx="1" presStyleCnt="5" custScaleX="133450" custScaleY="191319" custLinFactNeighborX="-5594" custLinFactNeighborY="3080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EB4532B8-8A16-494B-BCF4-BBA8AF5887FA}" type="pres">
      <dgm:prSet presAssocID="{C56AE059-8F0E-4734-9F3F-650E8644057E}" presName="rootConnector" presStyleLbl="node3" presStyleIdx="0" presStyleCnt="0"/>
      <dgm:spPr/>
      <dgm:t>
        <a:bodyPr/>
        <a:lstStyle/>
        <a:p>
          <a:endParaRPr lang="en-US"/>
        </a:p>
      </dgm:t>
    </dgm:pt>
    <dgm:pt modelId="{B9AB740E-45C7-413C-BF08-28F440879241}" type="pres">
      <dgm:prSet presAssocID="{C56AE059-8F0E-4734-9F3F-650E8644057E}" presName="hierChild4" presStyleCnt="0"/>
      <dgm:spPr/>
    </dgm:pt>
    <dgm:pt modelId="{EB4F5FE5-D8F5-43C9-AB82-18FEAA6B8178}" type="pres">
      <dgm:prSet presAssocID="{C56AE059-8F0E-4734-9F3F-650E8644057E}" presName="hierChild5" presStyleCnt="0"/>
      <dgm:spPr/>
    </dgm:pt>
    <dgm:pt modelId="{C0191BFD-5188-406F-9DE9-7F653CFFD246}" type="pres">
      <dgm:prSet presAssocID="{A5D6F076-D149-4224-BEB1-9498B27431A8}" presName="Name37" presStyleLbl="parChTrans1D3" presStyleIdx="1" presStyleCnt="2"/>
      <dgm:spPr/>
      <dgm:t>
        <a:bodyPr/>
        <a:lstStyle/>
        <a:p>
          <a:endParaRPr lang="en-US"/>
        </a:p>
      </dgm:t>
    </dgm:pt>
    <dgm:pt modelId="{F24B963A-CCC2-496D-8EFC-868DF9070E57}" type="pres">
      <dgm:prSet presAssocID="{16BAD999-6366-4E77-B089-3245845E3877}" presName="hierRoot2" presStyleCnt="0">
        <dgm:presLayoutVars>
          <dgm:hierBranch val="init"/>
        </dgm:presLayoutVars>
      </dgm:prSet>
      <dgm:spPr/>
    </dgm:pt>
    <dgm:pt modelId="{773BB283-26A3-44EB-A86F-4298214C26CA}" type="pres">
      <dgm:prSet presAssocID="{16BAD999-6366-4E77-B089-3245845E3877}" presName="rootComposite" presStyleCnt="0"/>
      <dgm:spPr/>
    </dgm:pt>
    <dgm:pt modelId="{1016D7FA-441A-4A95-AECF-5B17E3567A72}" type="pres">
      <dgm:prSet presAssocID="{16BAD999-6366-4E77-B089-3245845E3877}" presName="rootText" presStyleLbl="node1" presStyleIdx="2" presStyleCnt="5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07A88A1A-7AC1-4B21-A9FB-A8BD2DB23A7B}" type="pres">
      <dgm:prSet presAssocID="{16BAD999-6366-4E77-B089-3245845E3877}" presName="titleText2" presStyleLbl="fgAcc1" presStyleIdx="2" presStyleCnt="5" custScaleX="134573" custScaleY="157819" custLinFactNeighborX="-16776" custLinFactNeighborY="-1972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CDF82F6-1479-44CE-9C2B-2E00BE5063D1}" type="pres">
      <dgm:prSet presAssocID="{16BAD999-6366-4E77-B089-3245845E3877}" presName="rootConnector" presStyleLbl="node3" presStyleIdx="0" presStyleCnt="0"/>
      <dgm:spPr/>
      <dgm:t>
        <a:bodyPr/>
        <a:lstStyle/>
        <a:p>
          <a:endParaRPr lang="en-US"/>
        </a:p>
      </dgm:t>
    </dgm:pt>
    <dgm:pt modelId="{C8BA762B-A62D-4C0D-BFD1-9247BBB89656}" type="pres">
      <dgm:prSet presAssocID="{16BAD999-6366-4E77-B089-3245845E3877}" presName="hierChild4" presStyleCnt="0"/>
      <dgm:spPr/>
    </dgm:pt>
    <dgm:pt modelId="{10EDFBF0-61D0-4379-93F3-0573EDC8974B}" type="pres">
      <dgm:prSet presAssocID="{16BAD999-6366-4E77-B089-3245845E3877}" presName="hierChild5" presStyleCnt="0"/>
      <dgm:spPr/>
    </dgm:pt>
    <dgm:pt modelId="{07E56C35-E533-4630-9CD2-8BF3D71DB036}" type="pres">
      <dgm:prSet presAssocID="{AE6AB62B-82A1-4B16-B9D0-B01FF47DBD94}" presName="hierChild5" presStyleCnt="0"/>
      <dgm:spPr/>
    </dgm:pt>
    <dgm:pt modelId="{5AB2CBAC-2488-4886-9076-A25E9FBB2519}" type="pres">
      <dgm:prSet presAssocID="{6F3DF77D-6F92-4FC7-BCB6-78D7728A3F08}" presName="Name37" presStyleLbl="parChTrans1D2" presStyleIdx="1" presStyleCnt="4"/>
      <dgm:spPr/>
      <dgm:t>
        <a:bodyPr/>
        <a:lstStyle/>
        <a:p>
          <a:endParaRPr lang="en-US"/>
        </a:p>
      </dgm:t>
    </dgm:pt>
    <dgm:pt modelId="{C2D7822C-8AF7-4E39-88A1-21E5D278EDFC}" type="pres">
      <dgm:prSet presAssocID="{DF54C38B-E8D3-4EF1-BF0D-77BD3A0DFD5A}" presName="hierRoot2" presStyleCnt="0">
        <dgm:presLayoutVars>
          <dgm:hierBranch val="init"/>
        </dgm:presLayoutVars>
      </dgm:prSet>
      <dgm:spPr/>
    </dgm:pt>
    <dgm:pt modelId="{EB13E646-C5EE-42DC-A418-9456A0632A12}" type="pres">
      <dgm:prSet presAssocID="{DF54C38B-E8D3-4EF1-BF0D-77BD3A0DFD5A}" presName="rootComposite" presStyleCnt="0"/>
      <dgm:spPr/>
    </dgm:pt>
    <dgm:pt modelId="{4F2FB826-E219-4C7A-A171-24728188C098}" type="pres">
      <dgm:prSet presAssocID="{DF54C38B-E8D3-4EF1-BF0D-77BD3A0DFD5A}" presName="rootText" presStyleLbl="node1" presStyleIdx="3" presStyleCnt="5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4BB20B26-2AF9-4CC2-A873-0C5B07EA1778}" type="pres">
      <dgm:prSet presAssocID="{DF54C38B-E8D3-4EF1-BF0D-77BD3A0DFD5A}" presName="titleText2" presStyleLbl="fgAcc1" presStyleIdx="3" presStyleCnt="5" custScaleX="145437" custScaleY="264387" custLinFactNeighborX="19226" custLinFactNeighborY="68309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F361C1FB-5F46-45B4-B3FC-BE3718206FBF}" type="pres">
      <dgm:prSet presAssocID="{DF54C38B-E8D3-4EF1-BF0D-77BD3A0DFD5A}" presName="rootConnector" presStyleLbl="node2" presStyleIdx="0" presStyleCnt="0"/>
      <dgm:spPr/>
      <dgm:t>
        <a:bodyPr/>
        <a:lstStyle/>
        <a:p>
          <a:endParaRPr lang="en-US"/>
        </a:p>
      </dgm:t>
    </dgm:pt>
    <dgm:pt modelId="{688AC0B2-53E2-487C-A3C4-055A492CDC05}" type="pres">
      <dgm:prSet presAssocID="{DF54C38B-E8D3-4EF1-BF0D-77BD3A0DFD5A}" presName="hierChild4" presStyleCnt="0"/>
      <dgm:spPr/>
    </dgm:pt>
    <dgm:pt modelId="{1F3E776B-4E26-4B57-9EB9-24CF91219263}" type="pres">
      <dgm:prSet presAssocID="{DF54C38B-E8D3-4EF1-BF0D-77BD3A0DFD5A}" presName="hierChild5" presStyleCnt="0"/>
      <dgm:spPr/>
    </dgm:pt>
    <dgm:pt modelId="{F313E60E-6E23-4360-B5A4-CBF798D2367C}" type="pres">
      <dgm:prSet presAssocID="{D5314D71-ECCA-4BE7-B6D8-9075B0DD1767}" presName="Name37" presStyleLbl="parChTrans1D2" presStyleIdx="2" presStyleCnt="4"/>
      <dgm:spPr/>
      <dgm:t>
        <a:bodyPr/>
        <a:lstStyle/>
        <a:p>
          <a:endParaRPr lang="en-US"/>
        </a:p>
      </dgm:t>
    </dgm:pt>
    <dgm:pt modelId="{C0E6870A-53F8-47D7-9361-A53F405F3D76}" type="pres">
      <dgm:prSet presAssocID="{71F71B0C-8C0B-4E87-A82C-AF78BD780C23}" presName="hierRoot2" presStyleCnt="0">
        <dgm:presLayoutVars>
          <dgm:hierBranch val="init"/>
        </dgm:presLayoutVars>
      </dgm:prSet>
      <dgm:spPr/>
    </dgm:pt>
    <dgm:pt modelId="{024F1017-4DC5-4212-A08D-164C2D0F37F7}" type="pres">
      <dgm:prSet presAssocID="{71F71B0C-8C0B-4E87-A82C-AF78BD780C23}" presName="rootComposite" presStyleCnt="0"/>
      <dgm:spPr/>
    </dgm:pt>
    <dgm:pt modelId="{E49BD205-DA01-4F9F-9452-123FE07BB9C6}" type="pres">
      <dgm:prSet presAssocID="{71F71B0C-8C0B-4E87-A82C-AF78BD780C23}" presName="rootText" presStyleLbl="node1" presStyleIdx="4" presStyleCnt="5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53F1324C-D4D1-43D7-AED2-053219170B47}" type="pres">
      <dgm:prSet presAssocID="{71F71B0C-8C0B-4E87-A82C-AF78BD780C23}" presName="titleText2" presStyleLbl="fgAcc1" presStyleIdx="4" presStyleCnt="5" custScaleX="144596" custScaleY="108886" custLinFactNeighborX="19528" custLinFactNeighborY="368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BD4F3567-196A-4876-A0B0-41627B950732}" type="pres">
      <dgm:prSet presAssocID="{71F71B0C-8C0B-4E87-A82C-AF78BD780C23}" presName="rootConnector" presStyleLbl="node2" presStyleIdx="0" presStyleCnt="0"/>
      <dgm:spPr/>
      <dgm:t>
        <a:bodyPr/>
        <a:lstStyle/>
        <a:p>
          <a:endParaRPr lang="en-US"/>
        </a:p>
      </dgm:t>
    </dgm:pt>
    <dgm:pt modelId="{4CF7001D-FBD9-4789-86A6-26D877FD27EB}" type="pres">
      <dgm:prSet presAssocID="{71F71B0C-8C0B-4E87-A82C-AF78BD780C23}" presName="hierChild4" presStyleCnt="0"/>
      <dgm:spPr/>
    </dgm:pt>
    <dgm:pt modelId="{8409F260-5BFF-4861-A3A8-ADA03DF83211}" type="pres">
      <dgm:prSet presAssocID="{71F71B0C-8C0B-4E87-A82C-AF78BD780C23}" presName="hierChild5" presStyleCnt="0"/>
      <dgm:spPr/>
    </dgm:pt>
    <dgm:pt modelId="{8ED53412-546C-4BDA-91CD-99BD45700E4A}" type="pres">
      <dgm:prSet presAssocID="{C91DB2A7-F18A-444F-8BDB-2A595ABCE6A0}" presName="hierChild3" presStyleCnt="0"/>
      <dgm:spPr/>
    </dgm:pt>
    <dgm:pt modelId="{1A1BE6DD-DD14-4A75-BD01-B035B28B2526}" type="pres">
      <dgm:prSet presAssocID="{4238CDB2-DD55-46B1-A672-90D3237B4A8D}" presName="Name96" presStyleLbl="parChTrans1D2" presStyleIdx="3" presStyleCnt="4"/>
      <dgm:spPr/>
      <dgm:t>
        <a:bodyPr/>
        <a:lstStyle/>
        <a:p>
          <a:endParaRPr lang="en-US"/>
        </a:p>
      </dgm:t>
    </dgm:pt>
    <dgm:pt modelId="{3C43769D-DBED-4680-8D25-FD110672E1E8}" type="pres">
      <dgm:prSet presAssocID="{B969B946-9A87-4180-8BB3-5AEC95B757F2}" presName="hierRoot3" presStyleCnt="0">
        <dgm:presLayoutVars>
          <dgm:hierBranch val="init"/>
        </dgm:presLayoutVars>
      </dgm:prSet>
      <dgm:spPr/>
    </dgm:pt>
    <dgm:pt modelId="{75DBD7DF-8DC5-46C2-A7AF-AD9033611ECF}" type="pres">
      <dgm:prSet presAssocID="{B969B946-9A87-4180-8BB3-5AEC95B757F2}" presName="rootComposite3" presStyleCnt="0"/>
      <dgm:spPr/>
    </dgm:pt>
    <dgm:pt modelId="{96BD25EB-72C1-4C05-A5AD-7439A4C8A8D7}" type="pres">
      <dgm:prSet presAssocID="{B969B946-9A87-4180-8BB3-5AEC95B757F2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3B5C46A-2266-4653-823C-3BD83D09D0D9}" type="pres">
      <dgm:prSet presAssocID="{B969B946-9A87-4180-8BB3-5AEC95B757F2}" presName="titleText3" presStyleLbl="fgAcc2" presStyleIdx="0" presStyleCnt="1" custScaleX="157087" custScaleY="15611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AEA592A-781F-4883-B128-D9D91A43AC10}" type="pres">
      <dgm:prSet presAssocID="{B969B946-9A87-4180-8BB3-5AEC95B757F2}" presName="rootConnector3" presStyleLbl="asst1" presStyleIdx="0" presStyleCnt="1"/>
      <dgm:spPr/>
      <dgm:t>
        <a:bodyPr/>
        <a:lstStyle/>
        <a:p>
          <a:endParaRPr lang="en-US"/>
        </a:p>
      </dgm:t>
    </dgm:pt>
    <dgm:pt modelId="{389AA6FA-08CC-42B0-BBB0-B79A0396DEC6}" type="pres">
      <dgm:prSet presAssocID="{B969B946-9A87-4180-8BB3-5AEC95B757F2}" presName="hierChild6" presStyleCnt="0"/>
      <dgm:spPr/>
    </dgm:pt>
    <dgm:pt modelId="{6977057A-5DD5-4813-9896-C6C08445578B}" type="pres">
      <dgm:prSet presAssocID="{B969B946-9A87-4180-8BB3-5AEC95B757F2}" presName="hierChild7" presStyleCnt="0"/>
      <dgm:spPr/>
    </dgm:pt>
  </dgm:ptLst>
  <dgm:cxnLst>
    <dgm:cxn modelId="{56552A0C-F138-4179-8ACC-28A8410779BC}" type="presOf" srcId="{C56AE059-8F0E-4734-9F3F-650E8644057E}" destId="{EB4532B8-8A16-494B-BCF4-BBA8AF5887FA}" srcOrd="1" destOrd="0" presId="urn:microsoft.com/office/officeart/2008/layout/NameandTitleOrganizationalChart"/>
    <dgm:cxn modelId="{EB7106EB-5632-4EBC-A521-2CC8549DE3FC}" type="presOf" srcId="{00C4F4AB-1284-4CEA-93BE-0C7BA57AF2D1}" destId="{07A88A1A-7AC1-4B21-A9FB-A8BD2DB23A7B}" srcOrd="0" destOrd="0" presId="urn:microsoft.com/office/officeart/2008/layout/NameandTitleOrganizationalChart"/>
    <dgm:cxn modelId="{E9640069-91B9-411B-B10A-772083ACF2ED}" srcId="{C91DB2A7-F18A-444F-8BDB-2A595ABCE6A0}" destId="{DF54C38B-E8D3-4EF1-BF0D-77BD3A0DFD5A}" srcOrd="2" destOrd="0" parTransId="{6F3DF77D-6F92-4FC7-BCB6-78D7728A3F08}" sibTransId="{9C71122C-E8E8-42C0-9BC7-467575F5E6F0}"/>
    <dgm:cxn modelId="{0E32CCAA-88E0-46E2-AD82-697EA4388137}" type="presOf" srcId="{16BAD999-6366-4E77-B089-3245845E3877}" destId="{1016D7FA-441A-4A95-AECF-5B17E3567A72}" srcOrd="0" destOrd="0" presId="urn:microsoft.com/office/officeart/2008/layout/NameandTitleOrganizationalChart"/>
    <dgm:cxn modelId="{38049BD9-4DD8-44BF-AA70-9DC382CD3E46}" type="presOf" srcId="{C91DB2A7-F18A-444F-8BDB-2A595ABCE6A0}" destId="{FB929449-3EAA-471A-9708-0249B122EFDC}" srcOrd="0" destOrd="0" presId="urn:microsoft.com/office/officeart/2008/layout/NameandTitleOrganizationalChart"/>
    <dgm:cxn modelId="{D5A0C745-5D2D-41DB-AC88-D0E41872F92B}" type="presOf" srcId="{DF54C38B-E8D3-4EF1-BF0D-77BD3A0DFD5A}" destId="{4F2FB826-E219-4C7A-A171-24728188C098}" srcOrd="0" destOrd="0" presId="urn:microsoft.com/office/officeart/2008/layout/NameandTitleOrganizationalChart"/>
    <dgm:cxn modelId="{071E6320-3789-45C1-99FB-76F8FFA81117}" type="presOf" srcId="{80917048-27FC-4044-B127-280DE11261DE}" destId="{F94A1D0A-745A-48E7-86F6-6636B6AA42B0}" srcOrd="0" destOrd="0" presId="urn:microsoft.com/office/officeart/2008/layout/NameandTitleOrganizationalChart"/>
    <dgm:cxn modelId="{11819C3A-CF49-4D66-872A-6F75867D59B3}" type="presOf" srcId="{A638B5F2-B811-44B4-9243-E42F1F20CEBE}" destId="{589F6539-AC0D-44F4-AB27-FFE9C85BD1CB}" srcOrd="0" destOrd="0" presId="urn:microsoft.com/office/officeart/2008/layout/NameandTitleOrganizationalChart"/>
    <dgm:cxn modelId="{7C6C605D-BA02-49FC-9D79-EF41A3E55382}" type="presOf" srcId="{DF54C38B-E8D3-4EF1-BF0D-77BD3A0DFD5A}" destId="{F361C1FB-5F46-45B4-B3FC-BE3718206FBF}" srcOrd="1" destOrd="0" presId="urn:microsoft.com/office/officeart/2008/layout/NameandTitleOrganizationalChart"/>
    <dgm:cxn modelId="{1686D447-3705-40E6-BD11-14E3F71C6875}" type="presOf" srcId="{AE6AB62B-82A1-4B16-B9D0-B01FF47DBD94}" destId="{60270A68-BBEF-44A4-ADDB-6E9E7AC490A3}" srcOrd="1" destOrd="0" presId="urn:microsoft.com/office/officeart/2008/layout/NameandTitleOrganizationalChart"/>
    <dgm:cxn modelId="{A8F458B5-8BB8-4BB8-9F6B-FCD6AF94D330}" srcId="{AE6AB62B-82A1-4B16-B9D0-B01FF47DBD94}" destId="{C56AE059-8F0E-4734-9F3F-650E8644057E}" srcOrd="0" destOrd="0" parTransId="{D1DDF7CB-D9BD-4C1B-8B50-288AA6CE7B0B}" sibTransId="{80917048-27FC-4044-B127-280DE11261DE}"/>
    <dgm:cxn modelId="{84C315E8-6EE9-407B-BF02-6703B021445F}" type="presOf" srcId="{B969B946-9A87-4180-8BB3-5AEC95B757F2}" destId="{CAEA592A-781F-4883-B128-D9D91A43AC10}" srcOrd="1" destOrd="0" presId="urn:microsoft.com/office/officeart/2008/layout/NameandTitleOrganizationalChart"/>
    <dgm:cxn modelId="{70DA2756-F9FD-4063-9284-00D1A6565DB9}" type="presOf" srcId="{C91DB2A7-F18A-444F-8BDB-2A595ABCE6A0}" destId="{C41EC09F-B66C-4CB3-802E-745161772FB9}" srcOrd="1" destOrd="0" presId="urn:microsoft.com/office/officeart/2008/layout/NameandTitleOrganizationalChart"/>
    <dgm:cxn modelId="{D79A4EA3-DF48-402C-993C-36C3F63EF196}" srcId="{AE6AB62B-82A1-4B16-B9D0-B01FF47DBD94}" destId="{16BAD999-6366-4E77-B089-3245845E3877}" srcOrd="1" destOrd="0" parTransId="{A5D6F076-D149-4224-BEB1-9498B27431A8}" sibTransId="{00C4F4AB-1284-4CEA-93BE-0C7BA57AF2D1}"/>
    <dgm:cxn modelId="{6C28B869-5772-4913-8F27-32D97B3F9D8D}" type="presOf" srcId="{5079FA02-31E5-42AB-B487-9F735E6B1D3A}" destId="{2FA05B7E-0BA2-41FF-ACBE-6F52E7C1826F}" srcOrd="0" destOrd="0" presId="urn:microsoft.com/office/officeart/2008/layout/NameandTitleOrganizationalChart"/>
    <dgm:cxn modelId="{EA538F41-E8D6-4314-949B-F6BC5EAE4F65}" srcId="{A638B5F2-B811-44B4-9243-E42F1F20CEBE}" destId="{C91DB2A7-F18A-444F-8BDB-2A595ABCE6A0}" srcOrd="0" destOrd="0" parTransId="{A9FF38D3-EA00-45BF-AD37-90E3201164AE}" sibTransId="{7A9B5B6D-9A6C-4AE7-9ED7-F730E0CCB004}"/>
    <dgm:cxn modelId="{D24463F4-34A8-442F-9832-20028F9F9D7A}" type="presOf" srcId="{71F71B0C-8C0B-4E87-A82C-AF78BD780C23}" destId="{E49BD205-DA01-4F9F-9452-123FE07BB9C6}" srcOrd="0" destOrd="0" presId="urn:microsoft.com/office/officeart/2008/layout/NameandTitleOrganizationalChart"/>
    <dgm:cxn modelId="{1EFA79C5-A13B-46CF-A41C-1D118AD00B44}" srcId="{C91DB2A7-F18A-444F-8BDB-2A595ABCE6A0}" destId="{AE6AB62B-82A1-4B16-B9D0-B01FF47DBD94}" srcOrd="1" destOrd="0" parTransId="{0C8E5BEB-C3F1-4542-901E-DB9FE8F8EE3C}" sibTransId="{5079FA02-31E5-42AB-B487-9F735E6B1D3A}"/>
    <dgm:cxn modelId="{661DBB21-3914-421C-95BD-52EE7CA825F5}" type="presOf" srcId="{6F3DF77D-6F92-4FC7-BCB6-78D7728A3F08}" destId="{5AB2CBAC-2488-4886-9076-A25E9FBB2519}" srcOrd="0" destOrd="0" presId="urn:microsoft.com/office/officeart/2008/layout/NameandTitleOrganizationalChart"/>
    <dgm:cxn modelId="{27AF88D7-24E0-4B43-9F24-7BEFBAAF2C35}" type="presOf" srcId="{C56AE059-8F0E-4734-9F3F-650E8644057E}" destId="{631FD14D-2C4A-4B8F-8438-38785EE917B8}" srcOrd="0" destOrd="0" presId="urn:microsoft.com/office/officeart/2008/layout/NameandTitleOrganizationalChart"/>
    <dgm:cxn modelId="{B210EF5C-C92D-46D0-97F3-D23D3B037D56}" type="presOf" srcId="{D1DDF7CB-D9BD-4C1B-8B50-288AA6CE7B0B}" destId="{B24B46B9-950F-4075-922F-D0453CAFF43F}" srcOrd="0" destOrd="0" presId="urn:microsoft.com/office/officeart/2008/layout/NameandTitleOrganizationalChart"/>
    <dgm:cxn modelId="{311EC04F-9107-4AAC-8AC3-421EA0698398}" type="presOf" srcId="{16BAD999-6366-4E77-B089-3245845E3877}" destId="{6CDF82F6-1479-44CE-9C2B-2E00BE5063D1}" srcOrd="1" destOrd="0" presId="urn:microsoft.com/office/officeart/2008/layout/NameandTitleOrganizationalChart"/>
    <dgm:cxn modelId="{513F73AB-56EB-4880-8F3A-84C75DF627B9}" srcId="{C91DB2A7-F18A-444F-8BDB-2A595ABCE6A0}" destId="{B969B946-9A87-4180-8BB3-5AEC95B757F2}" srcOrd="0" destOrd="0" parTransId="{4238CDB2-DD55-46B1-A672-90D3237B4A8D}" sibTransId="{BD5E5B97-D1CF-4947-945A-5465A86740C6}"/>
    <dgm:cxn modelId="{2720C339-8517-49BB-BE70-9CA6564F3826}" type="presOf" srcId="{4238CDB2-DD55-46B1-A672-90D3237B4A8D}" destId="{1A1BE6DD-DD14-4A75-BD01-B035B28B2526}" srcOrd="0" destOrd="0" presId="urn:microsoft.com/office/officeart/2008/layout/NameandTitleOrganizationalChart"/>
    <dgm:cxn modelId="{01CD5546-C402-4C09-90A9-A93AAC34B11E}" type="presOf" srcId="{B969B946-9A87-4180-8BB3-5AEC95B757F2}" destId="{96BD25EB-72C1-4C05-A5AD-7439A4C8A8D7}" srcOrd="0" destOrd="0" presId="urn:microsoft.com/office/officeart/2008/layout/NameandTitleOrganizationalChart"/>
    <dgm:cxn modelId="{50244E73-8FB8-4982-A754-630818A3BB94}" type="presOf" srcId="{0C8E5BEB-C3F1-4542-901E-DB9FE8F8EE3C}" destId="{C1DED97E-7C43-4AEB-A422-38C496E9A2AA}" srcOrd="0" destOrd="0" presId="urn:microsoft.com/office/officeart/2008/layout/NameandTitleOrganizationalChart"/>
    <dgm:cxn modelId="{8969CA3B-AC4B-4EF7-A5F4-90ED2840E042}" srcId="{C91DB2A7-F18A-444F-8BDB-2A595ABCE6A0}" destId="{71F71B0C-8C0B-4E87-A82C-AF78BD780C23}" srcOrd="3" destOrd="0" parTransId="{D5314D71-ECCA-4BE7-B6D8-9075B0DD1767}" sibTransId="{B89CBA1C-452A-4A52-BFB9-4B06EB7BEBFA}"/>
    <dgm:cxn modelId="{BC1E4B77-EDDA-4EE7-BE83-69EB858602B9}" type="presOf" srcId="{B89CBA1C-452A-4A52-BFB9-4B06EB7BEBFA}" destId="{53F1324C-D4D1-43D7-AED2-053219170B47}" srcOrd="0" destOrd="0" presId="urn:microsoft.com/office/officeart/2008/layout/NameandTitleOrganizationalChart"/>
    <dgm:cxn modelId="{F978416F-3E7B-4569-A5CB-FBE96A9AD694}" type="presOf" srcId="{7A9B5B6D-9A6C-4AE7-9ED7-F730E0CCB004}" destId="{F0A2AA27-F96B-45D5-A55C-6EA9B78B1033}" srcOrd="0" destOrd="0" presId="urn:microsoft.com/office/officeart/2008/layout/NameandTitleOrganizationalChart"/>
    <dgm:cxn modelId="{6E2ABE19-94F1-4D04-981C-78E2C01802C2}" type="presOf" srcId="{BD5E5B97-D1CF-4947-945A-5465A86740C6}" destId="{63B5C46A-2266-4653-823C-3BD83D09D0D9}" srcOrd="0" destOrd="0" presId="urn:microsoft.com/office/officeart/2008/layout/NameandTitleOrganizationalChart"/>
    <dgm:cxn modelId="{27082DB5-DFF9-493A-9C02-8618D30C1484}" type="presOf" srcId="{D5314D71-ECCA-4BE7-B6D8-9075B0DD1767}" destId="{F313E60E-6E23-4360-B5A4-CBF798D2367C}" srcOrd="0" destOrd="0" presId="urn:microsoft.com/office/officeart/2008/layout/NameandTitleOrganizationalChart"/>
    <dgm:cxn modelId="{2A126F9F-49FB-4751-B6F5-DA5FD9983AC3}" type="presOf" srcId="{9C71122C-E8E8-42C0-9BC7-467575F5E6F0}" destId="{4BB20B26-2AF9-4CC2-A873-0C5B07EA1778}" srcOrd="0" destOrd="0" presId="urn:microsoft.com/office/officeart/2008/layout/NameandTitleOrganizationalChart"/>
    <dgm:cxn modelId="{DED10C9E-34E2-44E7-8B90-6E560821FDCF}" type="presOf" srcId="{A5D6F076-D149-4224-BEB1-9498B27431A8}" destId="{C0191BFD-5188-406F-9DE9-7F653CFFD246}" srcOrd="0" destOrd="0" presId="urn:microsoft.com/office/officeart/2008/layout/NameandTitleOrganizationalChart"/>
    <dgm:cxn modelId="{ED67DEF4-C946-43AA-9229-F9DCD77F2795}" type="presOf" srcId="{AE6AB62B-82A1-4B16-B9D0-B01FF47DBD94}" destId="{AEE31A64-C0F0-4358-BC8B-FBC49E8B0639}" srcOrd="0" destOrd="0" presId="urn:microsoft.com/office/officeart/2008/layout/NameandTitleOrganizationalChart"/>
    <dgm:cxn modelId="{BB002066-10EE-47C3-B55F-DFE2C70938DD}" type="presOf" srcId="{71F71B0C-8C0B-4E87-A82C-AF78BD780C23}" destId="{BD4F3567-196A-4876-A0B0-41627B950732}" srcOrd="1" destOrd="0" presId="urn:microsoft.com/office/officeart/2008/layout/NameandTitleOrganizationalChart"/>
    <dgm:cxn modelId="{D2CD5A6A-2F0A-4616-AD86-E1EE55B98BD1}" type="presParOf" srcId="{589F6539-AC0D-44F4-AB27-FFE9C85BD1CB}" destId="{5FD65F64-9331-4994-AF1C-E5974E3AE142}" srcOrd="0" destOrd="0" presId="urn:microsoft.com/office/officeart/2008/layout/NameandTitleOrganizationalChart"/>
    <dgm:cxn modelId="{62486FE2-4BA6-4B7F-B51B-346364E60D2D}" type="presParOf" srcId="{5FD65F64-9331-4994-AF1C-E5974E3AE142}" destId="{1271446F-3C38-447E-B03B-0CD6E9A7D338}" srcOrd="0" destOrd="0" presId="urn:microsoft.com/office/officeart/2008/layout/NameandTitleOrganizationalChart"/>
    <dgm:cxn modelId="{99C0D55A-A4D5-414D-ABAB-F69730DA6A3F}" type="presParOf" srcId="{1271446F-3C38-447E-B03B-0CD6E9A7D338}" destId="{FB929449-3EAA-471A-9708-0249B122EFDC}" srcOrd="0" destOrd="0" presId="urn:microsoft.com/office/officeart/2008/layout/NameandTitleOrganizationalChart"/>
    <dgm:cxn modelId="{D7F2BE02-3183-4FD0-8A7E-A86F68D731DC}" type="presParOf" srcId="{1271446F-3C38-447E-B03B-0CD6E9A7D338}" destId="{F0A2AA27-F96B-45D5-A55C-6EA9B78B1033}" srcOrd="1" destOrd="0" presId="urn:microsoft.com/office/officeart/2008/layout/NameandTitleOrganizationalChart"/>
    <dgm:cxn modelId="{682CA7A9-5548-434E-B853-8571D0382D21}" type="presParOf" srcId="{1271446F-3C38-447E-B03B-0CD6E9A7D338}" destId="{C41EC09F-B66C-4CB3-802E-745161772FB9}" srcOrd="2" destOrd="0" presId="urn:microsoft.com/office/officeart/2008/layout/NameandTitleOrganizationalChart"/>
    <dgm:cxn modelId="{00788F78-2B3C-418E-BA47-0CDCC065D586}" type="presParOf" srcId="{5FD65F64-9331-4994-AF1C-E5974E3AE142}" destId="{CF3DF1E0-3137-4AF2-AFC9-64216153A0B4}" srcOrd="1" destOrd="0" presId="urn:microsoft.com/office/officeart/2008/layout/NameandTitleOrganizationalChart"/>
    <dgm:cxn modelId="{84ADC4A0-30BA-418B-B8F9-6B12750B34E7}" type="presParOf" srcId="{CF3DF1E0-3137-4AF2-AFC9-64216153A0B4}" destId="{C1DED97E-7C43-4AEB-A422-38C496E9A2AA}" srcOrd="0" destOrd="0" presId="urn:microsoft.com/office/officeart/2008/layout/NameandTitleOrganizationalChart"/>
    <dgm:cxn modelId="{D61A58FC-31EC-44C2-B474-BCD5B8E5DDE6}" type="presParOf" srcId="{CF3DF1E0-3137-4AF2-AFC9-64216153A0B4}" destId="{8B8F20C0-4ABB-42FF-AEED-374AE1358696}" srcOrd="1" destOrd="0" presId="urn:microsoft.com/office/officeart/2008/layout/NameandTitleOrganizationalChart"/>
    <dgm:cxn modelId="{151FD9A5-D996-42E7-BDC0-5C00D44F4621}" type="presParOf" srcId="{8B8F20C0-4ABB-42FF-AEED-374AE1358696}" destId="{A09100BC-813A-441B-8B08-6BF9BE1E07F7}" srcOrd="0" destOrd="0" presId="urn:microsoft.com/office/officeart/2008/layout/NameandTitleOrganizationalChart"/>
    <dgm:cxn modelId="{953BA1CF-0419-45BF-A585-04D07EC0A2BB}" type="presParOf" srcId="{A09100BC-813A-441B-8B08-6BF9BE1E07F7}" destId="{AEE31A64-C0F0-4358-BC8B-FBC49E8B0639}" srcOrd="0" destOrd="0" presId="urn:microsoft.com/office/officeart/2008/layout/NameandTitleOrganizationalChart"/>
    <dgm:cxn modelId="{BF3138D1-2660-4C4E-AD3D-4D34E241097E}" type="presParOf" srcId="{A09100BC-813A-441B-8B08-6BF9BE1E07F7}" destId="{2FA05B7E-0BA2-41FF-ACBE-6F52E7C1826F}" srcOrd="1" destOrd="0" presId="urn:microsoft.com/office/officeart/2008/layout/NameandTitleOrganizationalChart"/>
    <dgm:cxn modelId="{FCC710B7-F29E-491F-8C8E-F5CCC5AF487A}" type="presParOf" srcId="{A09100BC-813A-441B-8B08-6BF9BE1E07F7}" destId="{60270A68-BBEF-44A4-ADDB-6E9E7AC490A3}" srcOrd="2" destOrd="0" presId="urn:microsoft.com/office/officeart/2008/layout/NameandTitleOrganizationalChart"/>
    <dgm:cxn modelId="{F423DB07-33B5-4D38-8A97-33F5E0683684}" type="presParOf" srcId="{8B8F20C0-4ABB-42FF-AEED-374AE1358696}" destId="{DBAA7753-D6EB-4B77-A8AA-0FB54FD7FD48}" srcOrd="1" destOrd="0" presId="urn:microsoft.com/office/officeart/2008/layout/NameandTitleOrganizationalChart"/>
    <dgm:cxn modelId="{9C3FB9D9-1F7C-421F-94A8-4A4AC9695BF4}" type="presParOf" srcId="{DBAA7753-D6EB-4B77-A8AA-0FB54FD7FD48}" destId="{B24B46B9-950F-4075-922F-D0453CAFF43F}" srcOrd="0" destOrd="0" presId="urn:microsoft.com/office/officeart/2008/layout/NameandTitleOrganizationalChart"/>
    <dgm:cxn modelId="{5C26B04A-44C7-4A33-96C9-9A6FFFA03D75}" type="presParOf" srcId="{DBAA7753-D6EB-4B77-A8AA-0FB54FD7FD48}" destId="{640B16AB-58CE-4AC1-83E1-884CC7416D29}" srcOrd="1" destOrd="0" presId="urn:microsoft.com/office/officeart/2008/layout/NameandTitleOrganizationalChart"/>
    <dgm:cxn modelId="{81F11382-D3A7-4761-9C55-CA36563C1A84}" type="presParOf" srcId="{640B16AB-58CE-4AC1-83E1-884CC7416D29}" destId="{89E703D5-E539-4969-94D8-0CB0137778E8}" srcOrd="0" destOrd="0" presId="urn:microsoft.com/office/officeart/2008/layout/NameandTitleOrganizationalChart"/>
    <dgm:cxn modelId="{F3ED11A5-9D81-4362-B19C-716470597894}" type="presParOf" srcId="{89E703D5-E539-4969-94D8-0CB0137778E8}" destId="{631FD14D-2C4A-4B8F-8438-38785EE917B8}" srcOrd="0" destOrd="0" presId="urn:microsoft.com/office/officeart/2008/layout/NameandTitleOrganizationalChart"/>
    <dgm:cxn modelId="{8956726E-7B3A-45B3-B6EC-0F40FDDDFAB8}" type="presParOf" srcId="{89E703D5-E539-4969-94D8-0CB0137778E8}" destId="{F94A1D0A-745A-48E7-86F6-6636B6AA42B0}" srcOrd="1" destOrd="0" presId="urn:microsoft.com/office/officeart/2008/layout/NameandTitleOrganizationalChart"/>
    <dgm:cxn modelId="{B0EF6D1E-F0F5-470A-9178-2DC5B4A0C3D8}" type="presParOf" srcId="{89E703D5-E539-4969-94D8-0CB0137778E8}" destId="{EB4532B8-8A16-494B-BCF4-BBA8AF5887FA}" srcOrd="2" destOrd="0" presId="urn:microsoft.com/office/officeart/2008/layout/NameandTitleOrganizationalChart"/>
    <dgm:cxn modelId="{46C5B913-1206-4133-813A-675B4B1857CF}" type="presParOf" srcId="{640B16AB-58CE-4AC1-83E1-884CC7416D29}" destId="{B9AB740E-45C7-413C-BF08-28F440879241}" srcOrd="1" destOrd="0" presId="urn:microsoft.com/office/officeart/2008/layout/NameandTitleOrganizationalChart"/>
    <dgm:cxn modelId="{D00899CD-2330-4165-B68B-B80E4AFCB95E}" type="presParOf" srcId="{640B16AB-58CE-4AC1-83E1-884CC7416D29}" destId="{EB4F5FE5-D8F5-43C9-AB82-18FEAA6B8178}" srcOrd="2" destOrd="0" presId="urn:microsoft.com/office/officeart/2008/layout/NameandTitleOrganizationalChart"/>
    <dgm:cxn modelId="{FB78985C-7F22-4C4F-99F6-69982BBD663F}" type="presParOf" srcId="{DBAA7753-D6EB-4B77-A8AA-0FB54FD7FD48}" destId="{C0191BFD-5188-406F-9DE9-7F653CFFD246}" srcOrd="2" destOrd="0" presId="urn:microsoft.com/office/officeart/2008/layout/NameandTitleOrganizationalChart"/>
    <dgm:cxn modelId="{6DD56E64-1E12-4846-8EE3-1F4447BA0558}" type="presParOf" srcId="{DBAA7753-D6EB-4B77-A8AA-0FB54FD7FD48}" destId="{F24B963A-CCC2-496D-8EFC-868DF9070E57}" srcOrd="3" destOrd="0" presId="urn:microsoft.com/office/officeart/2008/layout/NameandTitleOrganizationalChart"/>
    <dgm:cxn modelId="{879C9180-9D22-4042-A694-9693774D7143}" type="presParOf" srcId="{F24B963A-CCC2-496D-8EFC-868DF9070E57}" destId="{773BB283-26A3-44EB-A86F-4298214C26CA}" srcOrd="0" destOrd="0" presId="urn:microsoft.com/office/officeart/2008/layout/NameandTitleOrganizationalChart"/>
    <dgm:cxn modelId="{46EA87DA-8EE0-4FDD-82FF-6AE6024E6247}" type="presParOf" srcId="{773BB283-26A3-44EB-A86F-4298214C26CA}" destId="{1016D7FA-441A-4A95-AECF-5B17E3567A72}" srcOrd="0" destOrd="0" presId="urn:microsoft.com/office/officeart/2008/layout/NameandTitleOrganizationalChart"/>
    <dgm:cxn modelId="{73553870-B18D-40C3-BF9E-EF30511EC03A}" type="presParOf" srcId="{773BB283-26A3-44EB-A86F-4298214C26CA}" destId="{07A88A1A-7AC1-4B21-A9FB-A8BD2DB23A7B}" srcOrd="1" destOrd="0" presId="urn:microsoft.com/office/officeart/2008/layout/NameandTitleOrganizationalChart"/>
    <dgm:cxn modelId="{FC72DF3D-58E7-4D0C-8EA4-55A2357932CC}" type="presParOf" srcId="{773BB283-26A3-44EB-A86F-4298214C26CA}" destId="{6CDF82F6-1479-44CE-9C2B-2E00BE5063D1}" srcOrd="2" destOrd="0" presId="urn:microsoft.com/office/officeart/2008/layout/NameandTitleOrganizationalChart"/>
    <dgm:cxn modelId="{8F6ED04F-7410-4441-80F6-1AAD4F100D20}" type="presParOf" srcId="{F24B963A-CCC2-496D-8EFC-868DF9070E57}" destId="{C8BA762B-A62D-4C0D-BFD1-9247BBB89656}" srcOrd="1" destOrd="0" presId="urn:microsoft.com/office/officeart/2008/layout/NameandTitleOrganizationalChart"/>
    <dgm:cxn modelId="{9412195F-3C55-4840-9983-7BCFFE2A9496}" type="presParOf" srcId="{F24B963A-CCC2-496D-8EFC-868DF9070E57}" destId="{10EDFBF0-61D0-4379-93F3-0573EDC8974B}" srcOrd="2" destOrd="0" presId="urn:microsoft.com/office/officeart/2008/layout/NameandTitleOrganizationalChart"/>
    <dgm:cxn modelId="{48E88AB9-B090-4D4B-B820-E061694C038F}" type="presParOf" srcId="{8B8F20C0-4ABB-42FF-AEED-374AE1358696}" destId="{07E56C35-E533-4630-9CD2-8BF3D71DB036}" srcOrd="2" destOrd="0" presId="urn:microsoft.com/office/officeart/2008/layout/NameandTitleOrganizationalChart"/>
    <dgm:cxn modelId="{A5BA4518-925B-40EC-AB6F-5D9A63A34E43}" type="presParOf" srcId="{CF3DF1E0-3137-4AF2-AFC9-64216153A0B4}" destId="{5AB2CBAC-2488-4886-9076-A25E9FBB2519}" srcOrd="2" destOrd="0" presId="urn:microsoft.com/office/officeart/2008/layout/NameandTitleOrganizationalChart"/>
    <dgm:cxn modelId="{B8F3F39B-0457-4E68-B78F-A6F91C2FB896}" type="presParOf" srcId="{CF3DF1E0-3137-4AF2-AFC9-64216153A0B4}" destId="{C2D7822C-8AF7-4E39-88A1-21E5D278EDFC}" srcOrd="3" destOrd="0" presId="urn:microsoft.com/office/officeart/2008/layout/NameandTitleOrganizationalChart"/>
    <dgm:cxn modelId="{AAFAEE87-6DFC-4CC3-A500-65AC72A189DB}" type="presParOf" srcId="{C2D7822C-8AF7-4E39-88A1-21E5D278EDFC}" destId="{EB13E646-C5EE-42DC-A418-9456A0632A12}" srcOrd="0" destOrd="0" presId="urn:microsoft.com/office/officeart/2008/layout/NameandTitleOrganizationalChart"/>
    <dgm:cxn modelId="{D8501E32-1D14-408C-8CC1-ECB6ADE4D871}" type="presParOf" srcId="{EB13E646-C5EE-42DC-A418-9456A0632A12}" destId="{4F2FB826-E219-4C7A-A171-24728188C098}" srcOrd="0" destOrd="0" presId="urn:microsoft.com/office/officeart/2008/layout/NameandTitleOrganizationalChart"/>
    <dgm:cxn modelId="{15CF7A7F-40E5-413E-98AD-CDF7B785CA7D}" type="presParOf" srcId="{EB13E646-C5EE-42DC-A418-9456A0632A12}" destId="{4BB20B26-2AF9-4CC2-A873-0C5B07EA1778}" srcOrd="1" destOrd="0" presId="urn:microsoft.com/office/officeart/2008/layout/NameandTitleOrganizationalChart"/>
    <dgm:cxn modelId="{C7727C08-93CB-4112-97E9-2E85146DE649}" type="presParOf" srcId="{EB13E646-C5EE-42DC-A418-9456A0632A12}" destId="{F361C1FB-5F46-45B4-B3FC-BE3718206FBF}" srcOrd="2" destOrd="0" presId="urn:microsoft.com/office/officeart/2008/layout/NameandTitleOrganizationalChart"/>
    <dgm:cxn modelId="{1CE22F92-4E29-43AE-9F9A-5A1FBF1ED09B}" type="presParOf" srcId="{C2D7822C-8AF7-4E39-88A1-21E5D278EDFC}" destId="{688AC0B2-53E2-487C-A3C4-055A492CDC05}" srcOrd="1" destOrd="0" presId="urn:microsoft.com/office/officeart/2008/layout/NameandTitleOrganizationalChart"/>
    <dgm:cxn modelId="{31225108-1E18-463D-9158-67AEDA09C871}" type="presParOf" srcId="{C2D7822C-8AF7-4E39-88A1-21E5D278EDFC}" destId="{1F3E776B-4E26-4B57-9EB9-24CF91219263}" srcOrd="2" destOrd="0" presId="urn:microsoft.com/office/officeart/2008/layout/NameandTitleOrganizationalChart"/>
    <dgm:cxn modelId="{7D65EBE9-E131-4A8F-B30B-03B458E6B440}" type="presParOf" srcId="{CF3DF1E0-3137-4AF2-AFC9-64216153A0B4}" destId="{F313E60E-6E23-4360-B5A4-CBF798D2367C}" srcOrd="4" destOrd="0" presId="urn:microsoft.com/office/officeart/2008/layout/NameandTitleOrganizationalChart"/>
    <dgm:cxn modelId="{296BF116-F35B-42C1-9756-0F157599B5FC}" type="presParOf" srcId="{CF3DF1E0-3137-4AF2-AFC9-64216153A0B4}" destId="{C0E6870A-53F8-47D7-9361-A53F405F3D76}" srcOrd="5" destOrd="0" presId="urn:microsoft.com/office/officeart/2008/layout/NameandTitleOrganizationalChart"/>
    <dgm:cxn modelId="{0E4EFF67-5A19-40C1-A0A4-2A0B2CEB53E4}" type="presParOf" srcId="{C0E6870A-53F8-47D7-9361-A53F405F3D76}" destId="{024F1017-4DC5-4212-A08D-164C2D0F37F7}" srcOrd="0" destOrd="0" presId="urn:microsoft.com/office/officeart/2008/layout/NameandTitleOrganizationalChart"/>
    <dgm:cxn modelId="{CC65CFAA-8F3C-45C7-BC76-522F23B6C501}" type="presParOf" srcId="{024F1017-4DC5-4212-A08D-164C2D0F37F7}" destId="{E49BD205-DA01-4F9F-9452-123FE07BB9C6}" srcOrd="0" destOrd="0" presId="urn:microsoft.com/office/officeart/2008/layout/NameandTitleOrganizationalChart"/>
    <dgm:cxn modelId="{04B8169C-BE2A-4142-B924-B7624F068991}" type="presParOf" srcId="{024F1017-4DC5-4212-A08D-164C2D0F37F7}" destId="{53F1324C-D4D1-43D7-AED2-053219170B47}" srcOrd="1" destOrd="0" presId="urn:microsoft.com/office/officeart/2008/layout/NameandTitleOrganizationalChart"/>
    <dgm:cxn modelId="{616B4936-9EA7-45BC-A2A1-1B7B07CE894E}" type="presParOf" srcId="{024F1017-4DC5-4212-A08D-164C2D0F37F7}" destId="{BD4F3567-196A-4876-A0B0-41627B950732}" srcOrd="2" destOrd="0" presId="urn:microsoft.com/office/officeart/2008/layout/NameandTitleOrganizationalChart"/>
    <dgm:cxn modelId="{334AEBF2-0222-4B68-994E-CBF63F699CD8}" type="presParOf" srcId="{C0E6870A-53F8-47D7-9361-A53F405F3D76}" destId="{4CF7001D-FBD9-4789-86A6-26D877FD27EB}" srcOrd="1" destOrd="0" presId="urn:microsoft.com/office/officeart/2008/layout/NameandTitleOrganizationalChart"/>
    <dgm:cxn modelId="{368EB2B2-100D-4EE5-AEB5-7CC9F4B255A7}" type="presParOf" srcId="{C0E6870A-53F8-47D7-9361-A53F405F3D76}" destId="{8409F260-5BFF-4861-A3A8-ADA03DF83211}" srcOrd="2" destOrd="0" presId="urn:microsoft.com/office/officeart/2008/layout/NameandTitleOrganizationalChart"/>
    <dgm:cxn modelId="{F07C24B6-898C-4054-BE7F-53048A8D70CE}" type="presParOf" srcId="{5FD65F64-9331-4994-AF1C-E5974E3AE142}" destId="{8ED53412-546C-4BDA-91CD-99BD45700E4A}" srcOrd="2" destOrd="0" presId="urn:microsoft.com/office/officeart/2008/layout/NameandTitleOrganizationalChart"/>
    <dgm:cxn modelId="{2E5101D5-A1BC-46F8-A9B3-B59AE2436A2B}" type="presParOf" srcId="{8ED53412-546C-4BDA-91CD-99BD45700E4A}" destId="{1A1BE6DD-DD14-4A75-BD01-B035B28B2526}" srcOrd="0" destOrd="0" presId="urn:microsoft.com/office/officeart/2008/layout/NameandTitleOrganizationalChart"/>
    <dgm:cxn modelId="{100C5B0C-ADE2-4622-ABE9-27587EFB4036}" type="presParOf" srcId="{8ED53412-546C-4BDA-91CD-99BD45700E4A}" destId="{3C43769D-DBED-4680-8D25-FD110672E1E8}" srcOrd="1" destOrd="0" presId="urn:microsoft.com/office/officeart/2008/layout/NameandTitleOrganizationalChart"/>
    <dgm:cxn modelId="{0718E0BA-D7CB-481E-B9C2-7919475062F6}" type="presParOf" srcId="{3C43769D-DBED-4680-8D25-FD110672E1E8}" destId="{75DBD7DF-8DC5-46C2-A7AF-AD9033611ECF}" srcOrd="0" destOrd="0" presId="urn:microsoft.com/office/officeart/2008/layout/NameandTitleOrganizationalChart"/>
    <dgm:cxn modelId="{54A6595E-41A2-4CF6-A3A7-E7DD945475FF}" type="presParOf" srcId="{75DBD7DF-8DC5-46C2-A7AF-AD9033611ECF}" destId="{96BD25EB-72C1-4C05-A5AD-7439A4C8A8D7}" srcOrd="0" destOrd="0" presId="urn:microsoft.com/office/officeart/2008/layout/NameandTitleOrganizationalChart"/>
    <dgm:cxn modelId="{52FF3522-B022-40AD-9572-B0E859989936}" type="presParOf" srcId="{75DBD7DF-8DC5-46C2-A7AF-AD9033611ECF}" destId="{63B5C46A-2266-4653-823C-3BD83D09D0D9}" srcOrd="1" destOrd="0" presId="urn:microsoft.com/office/officeart/2008/layout/NameandTitleOrganizationalChart"/>
    <dgm:cxn modelId="{B7D90507-F70B-44FF-A044-7577654E45CC}" type="presParOf" srcId="{75DBD7DF-8DC5-46C2-A7AF-AD9033611ECF}" destId="{CAEA592A-781F-4883-B128-D9D91A43AC10}" srcOrd="2" destOrd="0" presId="urn:microsoft.com/office/officeart/2008/layout/NameandTitleOrganizationalChart"/>
    <dgm:cxn modelId="{76863A5E-6F90-46C6-9246-220125B7CFDA}" type="presParOf" srcId="{3C43769D-DBED-4680-8D25-FD110672E1E8}" destId="{389AA6FA-08CC-42B0-BBB0-B79A0396DEC6}" srcOrd="1" destOrd="0" presId="urn:microsoft.com/office/officeart/2008/layout/NameandTitleOrganizationalChart"/>
    <dgm:cxn modelId="{6120078E-E392-4345-82A5-1D80FFCBA6FD}" type="presParOf" srcId="{3C43769D-DBED-4680-8D25-FD110672E1E8}" destId="{6977057A-5DD5-4813-9896-C6C08445578B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1BE6DD-DD14-4A75-BD01-B035B28B2526}">
      <dsp:nvSpPr>
        <dsp:cNvPr id="0" name=""/>
        <dsp:cNvSpPr/>
      </dsp:nvSpPr>
      <dsp:spPr>
        <a:xfrm>
          <a:off x="3712163" y="855506"/>
          <a:ext cx="487470" cy="972692"/>
        </a:xfrm>
        <a:custGeom>
          <a:avLst/>
          <a:gdLst/>
          <a:ahLst/>
          <a:cxnLst/>
          <a:rect l="0" t="0" r="0" b="0"/>
          <a:pathLst>
            <a:path>
              <a:moveTo>
                <a:pt x="487470" y="0"/>
              </a:moveTo>
              <a:lnTo>
                <a:pt x="487470" y="972692"/>
              </a:lnTo>
              <a:lnTo>
                <a:pt x="0" y="97269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13E60E-6E23-4360-B5A4-CBF798D2367C}">
      <dsp:nvSpPr>
        <dsp:cNvPr id="0" name=""/>
        <dsp:cNvSpPr/>
      </dsp:nvSpPr>
      <dsp:spPr>
        <a:xfrm>
          <a:off x="4199634" y="855506"/>
          <a:ext cx="2151119" cy="18748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5097"/>
              </a:lnTo>
              <a:lnTo>
                <a:pt x="2151119" y="1695097"/>
              </a:lnTo>
              <a:lnTo>
                <a:pt x="2151119" y="18748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B2CBAC-2488-4886-9076-A25E9FBB2519}">
      <dsp:nvSpPr>
        <dsp:cNvPr id="0" name=""/>
        <dsp:cNvSpPr/>
      </dsp:nvSpPr>
      <dsp:spPr>
        <a:xfrm>
          <a:off x="4049864" y="855506"/>
          <a:ext cx="149769" cy="1874807"/>
        </a:xfrm>
        <a:custGeom>
          <a:avLst/>
          <a:gdLst/>
          <a:ahLst/>
          <a:cxnLst/>
          <a:rect l="0" t="0" r="0" b="0"/>
          <a:pathLst>
            <a:path>
              <a:moveTo>
                <a:pt x="149769" y="0"/>
              </a:moveTo>
              <a:lnTo>
                <a:pt x="149769" y="1695097"/>
              </a:lnTo>
              <a:lnTo>
                <a:pt x="0" y="1695097"/>
              </a:lnTo>
              <a:lnTo>
                <a:pt x="0" y="18748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191BFD-5188-406F-9DE9-7F653CFFD246}">
      <dsp:nvSpPr>
        <dsp:cNvPr id="0" name=""/>
        <dsp:cNvSpPr/>
      </dsp:nvSpPr>
      <dsp:spPr>
        <a:xfrm>
          <a:off x="2047499" y="3500500"/>
          <a:ext cx="994101" cy="4449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5286"/>
              </a:lnTo>
              <a:lnTo>
                <a:pt x="994101" y="265286"/>
              </a:lnTo>
              <a:lnTo>
                <a:pt x="994101" y="4449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4B46B9-950F-4075-922F-D0453CAFF43F}">
      <dsp:nvSpPr>
        <dsp:cNvPr id="0" name=""/>
        <dsp:cNvSpPr/>
      </dsp:nvSpPr>
      <dsp:spPr>
        <a:xfrm>
          <a:off x="821967" y="3500500"/>
          <a:ext cx="1225531" cy="444996"/>
        </a:xfrm>
        <a:custGeom>
          <a:avLst/>
          <a:gdLst/>
          <a:ahLst/>
          <a:cxnLst/>
          <a:rect l="0" t="0" r="0" b="0"/>
          <a:pathLst>
            <a:path>
              <a:moveTo>
                <a:pt x="1225531" y="0"/>
              </a:moveTo>
              <a:lnTo>
                <a:pt x="1225531" y="265286"/>
              </a:lnTo>
              <a:lnTo>
                <a:pt x="0" y="265286"/>
              </a:lnTo>
              <a:lnTo>
                <a:pt x="0" y="4449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DED97E-7C43-4AEB-A422-38C496E9A2AA}">
      <dsp:nvSpPr>
        <dsp:cNvPr id="0" name=""/>
        <dsp:cNvSpPr/>
      </dsp:nvSpPr>
      <dsp:spPr>
        <a:xfrm>
          <a:off x="2047499" y="855506"/>
          <a:ext cx="2152134" cy="1874807"/>
        </a:xfrm>
        <a:custGeom>
          <a:avLst/>
          <a:gdLst/>
          <a:ahLst/>
          <a:cxnLst/>
          <a:rect l="0" t="0" r="0" b="0"/>
          <a:pathLst>
            <a:path>
              <a:moveTo>
                <a:pt x="2152134" y="0"/>
              </a:moveTo>
              <a:lnTo>
                <a:pt x="2152134" y="1695097"/>
              </a:lnTo>
              <a:lnTo>
                <a:pt x="0" y="1695097"/>
              </a:lnTo>
              <a:lnTo>
                <a:pt x="0" y="18748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929449-3EAA-471A-9708-0249B122EFDC}">
      <dsp:nvSpPr>
        <dsp:cNvPr id="0" name=""/>
        <dsp:cNvSpPr/>
      </dsp:nvSpPr>
      <dsp:spPr>
        <a:xfrm>
          <a:off x="3455860" y="85321"/>
          <a:ext cx="1487546" cy="770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08682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/>
            <a:t>CEO</a:t>
          </a:r>
          <a:endParaRPr lang="en-US" sz="1600" kern="1200" dirty="0"/>
        </a:p>
      </dsp:txBody>
      <dsp:txXfrm>
        <a:off x="3455860" y="85321"/>
        <a:ext cx="1487546" cy="770185"/>
      </dsp:txXfrm>
    </dsp:sp>
    <dsp:sp modelId="{F0A2AA27-F96B-45D5-A55C-6EA9B78B1033}">
      <dsp:nvSpPr>
        <dsp:cNvPr id="0" name=""/>
        <dsp:cNvSpPr/>
      </dsp:nvSpPr>
      <dsp:spPr>
        <a:xfrm>
          <a:off x="4007198" y="541750"/>
          <a:ext cx="2191401" cy="54193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Mr. SUDARSHAN KHOT</a:t>
          </a:r>
        </a:p>
      </dsp:txBody>
      <dsp:txXfrm>
        <a:off x="4007198" y="541750"/>
        <a:ext cx="2191401" cy="541935"/>
      </dsp:txXfrm>
    </dsp:sp>
    <dsp:sp modelId="{AEE31A64-C0F0-4358-BC8B-FBC49E8B0639}">
      <dsp:nvSpPr>
        <dsp:cNvPr id="0" name=""/>
        <dsp:cNvSpPr/>
      </dsp:nvSpPr>
      <dsp:spPr>
        <a:xfrm>
          <a:off x="1303726" y="2730314"/>
          <a:ext cx="1487546" cy="770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08682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PRODUCTION</a:t>
          </a:r>
        </a:p>
      </dsp:txBody>
      <dsp:txXfrm>
        <a:off x="1303726" y="2730314"/>
        <a:ext cx="1487546" cy="770185"/>
      </dsp:txXfrm>
    </dsp:sp>
    <dsp:sp modelId="{2FA05B7E-0BA2-41FF-ACBE-6F52E7C1826F}">
      <dsp:nvSpPr>
        <dsp:cNvPr id="0" name=""/>
        <dsp:cNvSpPr/>
      </dsp:nvSpPr>
      <dsp:spPr>
        <a:xfrm>
          <a:off x="1601236" y="3329347"/>
          <a:ext cx="1338791" cy="25672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4064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/>
        </a:p>
      </dsp:txBody>
      <dsp:txXfrm>
        <a:off x="1601236" y="3329347"/>
        <a:ext cx="1338791" cy="256728"/>
      </dsp:txXfrm>
    </dsp:sp>
    <dsp:sp modelId="{631FD14D-2C4A-4B8F-8438-38785EE917B8}">
      <dsp:nvSpPr>
        <dsp:cNvPr id="0" name=""/>
        <dsp:cNvSpPr/>
      </dsp:nvSpPr>
      <dsp:spPr>
        <a:xfrm>
          <a:off x="78194" y="3945496"/>
          <a:ext cx="1487546" cy="770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08682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IN HOUSE</a:t>
          </a:r>
        </a:p>
      </dsp:txBody>
      <dsp:txXfrm>
        <a:off x="78194" y="3945496"/>
        <a:ext cx="1487546" cy="770185"/>
      </dsp:txXfrm>
    </dsp:sp>
    <dsp:sp modelId="{F94A1D0A-745A-48E7-86F6-6636B6AA42B0}">
      <dsp:nvSpPr>
        <dsp:cNvPr id="0" name=""/>
        <dsp:cNvSpPr/>
      </dsp:nvSpPr>
      <dsp:spPr>
        <a:xfrm>
          <a:off x="76899" y="4506401"/>
          <a:ext cx="1786617" cy="49117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Mr. YOGESH MANGAVE</a:t>
          </a:r>
        </a:p>
      </dsp:txBody>
      <dsp:txXfrm>
        <a:off x="76899" y="4506401"/>
        <a:ext cx="1786617" cy="491170"/>
      </dsp:txXfrm>
    </dsp:sp>
    <dsp:sp modelId="{1016D7FA-441A-4A95-AECF-5B17E3567A72}">
      <dsp:nvSpPr>
        <dsp:cNvPr id="0" name=""/>
        <dsp:cNvSpPr/>
      </dsp:nvSpPr>
      <dsp:spPr>
        <a:xfrm>
          <a:off x="2297828" y="3945496"/>
          <a:ext cx="1487546" cy="770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08682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OUT SOURCE</a:t>
          </a:r>
        </a:p>
      </dsp:txBody>
      <dsp:txXfrm>
        <a:off x="2297828" y="3945496"/>
        <a:ext cx="1487546" cy="770185"/>
      </dsp:txXfrm>
    </dsp:sp>
    <dsp:sp modelId="{07A88A1A-7AC1-4B21-A9FB-A8BD2DB23A7B}">
      <dsp:nvSpPr>
        <dsp:cNvPr id="0" name=""/>
        <dsp:cNvSpPr/>
      </dsp:nvSpPr>
      <dsp:spPr>
        <a:xfrm>
          <a:off x="2139311" y="4419663"/>
          <a:ext cx="1801652" cy="40516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latin typeface="+mn-lt"/>
              <a:cs typeface="Arial" panose="020B0604020202020204" pitchFamily="34" charset="0"/>
            </a:rPr>
            <a:t>Mr. AMIT PAWAR</a:t>
          </a:r>
        </a:p>
      </dsp:txBody>
      <dsp:txXfrm>
        <a:off x="2139311" y="4419663"/>
        <a:ext cx="1801652" cy="405166"/>
      </dsp:txXfrm>
    </dsp:sp>
    <dsp:sp modelId="{4F2FB826-E219-4C7A-A171-24728188C098}">
      <dsp:nvSpPr>
        <dsp:cNvPr id="0" name=""/>
        <dsp:cNvSpPr/>
      </dsp:nvSpPr>
      <dsp:spPr>
        <a:xfrm>
          <a:off x="3306091" y="2730314"/>
          <a:ext cx="1487546" cy="770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08682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QUALITY</a:t>
          </a:r>
        </a:p>
      </dsp:txBody>
      <dsp:txXfrm>
        <a:off x="3306091" y="2730314"/>
        <a:ext cx="1487546" cy="770185"/>
      </dsp:txXfrm>
    </dsp:sp>
    <dsp:sp modelId="{4BB20B26-2AF9-4CC2-A873-0C5B07EA1778}">
      <dsp:nvSpPr>
        <dsp:cNvPr id="0" name=""/>
        <dsp:cNvSpPr/>
      </dsp:nvSpPr>
      <dsp:spPr>
        <a:xfrm>
          <a:off x="3556843" y="3293702"/>
          <a:ext cx="1947098" cy="67875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Mr. TEJAS SURVE            Mr.  SUHAS KHOT</a:t>
          </a:r>
        </a:p>
      </dsp:txBody>
      <dsp:txXfrm>
        <a:off x="3556843" y="3293702"/>
        <a:ext cx="1947098" cy="678756"/>
      </dsp:txXfrm>
    </dsp:sp>
    <dsp:sp modelId="{E49BD205-DA01-4F9F-9452-123FE07BB9C6}">
      <dsp:nvSpPr>
        <dsp:cNvPr id="0" name=""/>
        <dsp:cNvSpPr/>
      </dsp:nvSpPr>
      <dsp:spPr>
        <a:xfrm>
          <a:off x="5606980" y="2730314"/>
          <a:ext cx="1487546" cy="770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08682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ACCOUNT </a:t>
          </a:r>
        </a:p>
      </dsp:txBody>
      <dsp:txXfrm>
        <a:off x="5606980" y="2730314"/>
        <a:ext cx="1487546" cy="770185"/>
      </dsp:txXfrm>
    </dsp:sp>
    <dsp:sp modelId="{53F1324C-D4D1-43D7-AED2-053219170B47}">
      <dsp:nvSpPr>
        <dsp:cNvPr id="0" name=""/>
        <dsp:cNvSpPr/>
      </dsp:nvSpPr>
      <dsp:spPr>
        <a:xfrm>
          <a:off x="5684160" y="3327399"/>
          <a:ext cx="1935839" cy="27954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+mn-lt"/>
              <a:cs typeface="Arial" panose="020B0604020202020204" pitchFamily="34" charset="0"/>
            </a:rPr>
            <a:t>Mr. DIPAK BOBADE</a:t>
          </a:r>
        </a:p>
      </dsp:txBody>
      <dsp:txXfrm>
        <a:off x="5684160" y="3327399"/>
        <a:ext cx="1935839" cy="279541"/>
      </dsp:txXfrm>
    </dsp:sp>
    <dsp:sp modelId="{96BD25EB-72C1-4C05-A5AD-7439A4C8A8D7}">
      <dsp:nvSpPr>
        <dsp:cNvPr id="0" name=""/>
        <dsp:cNvSpPr/>
      </dsp:nvSpPr>
      <dsp:spPr>
        <a:xfrm>
          <a:off x="2224617" y="1443106"/>
          <a:ext cx="1487546" cy="770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08682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MD</a:t>
          </a:r>
        </a:p>
      </dsp:txBody>
      <dsp:txXfrm>
        <a:off x="2224617" y="1443106"/>
        <a:ext cx="1487546" cy="770185"/>
      </dsp:txXfrm>
    </dsp:sp>
    <dsp:sp modelId="{63B5C46A-2266-4653-823C-3BD83D09D0D9}">
      <dsp:nvSpPr>
        <dsp:cNvPr id="0" name=""/>
        <dsp:cNvSpPr/>
      </dsp:nvSpPr>
      <dsp:spPr>
        <a:xfrm>
          <a:off x="2139988" y="1970113"/>
          <a:ext cx="2103067" cy="40078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Mr. SUHAS KHOT</a:t>
          </a:r>
        </a:p>
      </dsp:txBody>
      <dsp:txXfrm>
        <a:off x="2139988" y="1970113"/>
        <a:ext cx="2103067" cy="400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6657" tIns="48329" rIns="96657" bIns="48329" rtlCol="0"/>
          <a:lstStyle>
            <a:lvl1pPr algn="l">
              <a:defRPr sz="1200"/>
            </a:lvl1pPr>
          </a:lstStyle>
          <a:p>
            <a:r>
              <a:rPr lang="en-US" dirty="0"/>
              <a:t>PAKO ENGINEERS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1"/>
            <a:ext cx="3169920" cy="480060"/>
          </a:xfrm>
          <a:prstGeom prst="rect">
            <a:avLst/>
          </a:prstGeom>
        </p:spPr>
        <p:txBody>
          <a:bodyPr vert="horz" lIns="96657" tIns="48329" rIns="96657" bIns="48329" rtlCol="0"/>
          <a:lstStyle>
            <a:lvl1pPr algn="r">
              <a:defRPr sz="1200"/>
            </a:lvl1pPr>
          </a:lstStyle>
          <a:p>
            <a:fld id="{CBAC54A7-4409-4BC3-9984-0D0F688B56F8}" type="datetimeFigureOut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7" tIns="48329" rIns="96657" bIns="48329" rtlCol="0" anchor="b"/>
          <a:lstStyle>
            <a:lvl1pPr algn="l">
              <a:defRPr sz="1200"/>
            </a:lvl1pPr>
          </a:lstStyle>
          <a:p>
            <a:r>
              <a:rPr lang="en-US" dirty="0"/>
              <a:t>PAKO ENGINEERS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7" tIns="48329" rIns="96657" bIns="48329" rtlCol="0" anchor="b"/>
          <a:lstStyle>
            <a:lvl1pPr algn="r">
              <a:defRPr sz="1200"/>
            </a:lvl1pPr>
          </a:lstStyle>
          <a:p>
            <a:fld id="{158E34A7-90EE-4A24-8952-20C9BC56EAE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68446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6657" tIns="48329" rIns="96657" bIns="48329" rtlCol="0"/>
          <a:lstStyle>
            <a:lvl1pPr algn="l">
              <a:defRPr sz="1200"/>
            </a:lvl1pPr>
          </a:lstStyle>
          <a:p>
            <a:r>
              <a:rPr lang="en-US" dirty="0"/>
              <a:t>PAKO ENGINEERS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0060"/>
          </a:xfrm>
          <a:prstGeom prst="rect">
            <a:avLst/>
          </a:prstGeom>
        </p:spPr>
        <p:txBody>
          <a:bodyPr vert="horz" lIns="96657" tIns="48329" rIns="96657" bIns="48329" rtlCol="0"/>
          <a:lstStyle>
            <a:lvl1pPr algn="r">
              <a:defRPr sz="1200"/>
            </a:lvl1pPr>
          </a:lstStyle>
          <a:p>
            <a:fld id="{D94A3A41-492D-4372-BD1A-DCDB14256A64}" type="datetimeFigureOut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2188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7" tIns="48329" rIns="96657" bIns="4832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1"/>
            <a:ext cx="5852160" cy="4320540"/>
          </a:xfrm>
          <a:prstGeom prst="rect">
            <a:avLst/>
          </a:prstGeom>
        </p:spPr>
        <p:txBody>
          <a:bodyPr vert="horz" lIns="96657" tIns="48329" rIns="96657" bIns="4832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7" tIns="48329" rIns="96657" bIns="48329" rtlCol="0" anchor="b"/>
          <a:lstStyle>
            <a:lvl1pPr algn="l">
              <a:defRPr sz="1200"/>
            </a:lvl1pPr>
          </a:lstStyle>
          <a:p>
            <a:r>
              <a:rPr lang="en-US" dirty="0"/>
              <a:t>PAKO ENGINEERS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7" tIns="48329" rIns="96657" bIns="48329" rtlCol="0" anchor="b"/>
          <a:lstStyle>
            <a:lvl1pPr algn="r">
              <a:defRPr sz="1200"/>
            </a:lvl1pPr>
          </a:lstStyle>
          <a:p>
            <a:fld id="{D936EAD8-BFB5-41DF-A956-B72B1AD150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549349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PAKO ENGINEERS</a:t>
            </a:r>
          </a:p>
        </p:txBody>
      </p:sp>
    </p:spTree>
    <p:extLst>
      <p:ext uri="{BB962C8B-B14F-4D97-AF65-F5344CB8AC3E}">
        <p14:creationId xmlns:p14="http://schemas.microsoft.com/office/powerpoint/2010/main" val="1679238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PAKO ENGINEERS</a:t>
            </a:r>
          </a:p>
        </p:txBody>
      </p:sp>
    </p:spTree>
    <p:extLst>
      <p:ext uri="{BB962C8B-B14F-4D97-AF65-F5344CB8AC3E}">
        <p14:creationId xmlns:p14="http://schemas.microsoft.com/office/powerpoint/2010/main" val="72034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PAKO ENGINEERS</a:t>
            </a:r>
          </a:p>
        </p:txBody>
      </p:sp>
    </p:spTree>
    <p:extLst>
      <p:ext uri="{BB962C8B-B14F-4D97-AF65-F5344CB8AC3E}">
        <p14:creationId xmlns:p14="http://schemas.microsoft.com/office/powerpoint/2010/main" val="2835616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300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AE5976-0975-8FD1-B6B2-56EAD2D22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FF627E3-9550-ABB0-E924-0ABDD2F4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F84C49-CFDD-346E-7876-227F1F2E0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34C15-C9E9-42AB-B530-545EE71851C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04CF041-A509-D7F5-363F-F1AFF7B3F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22267D3-EA8C-687A-5854-ED0B63CE0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92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718882-7DB0-5D80-A8D6-EA0C0802B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7106104-B31B-C2C9-FF5E-010C47709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3972F1E-839E-9FDE-4A14-F5E4BE743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359-33CE-43E7-AFC2-6D2CFFFFDAE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9881385-49B8-1A18-DD15-03B07EF41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D969610-1DEA-2D23-A518-62AB74858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920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DB8765-F12F-2F1B-5343-80081D098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3AD1E39-8530-427C-2737-C32C4161C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93E879-4D07-11D0-66A5-E39474FD8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359-33CE-43E7-AFC2-6D2CFFFFDAE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3A9F928-CFA0-1379-5841-451287F2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470CCF0-0AA3-5D26-5076-83F3C4B5F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6233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506108-1FF1-B520-A7D3-E18C89BC8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7F3D90-799A-8854-4216-0201E4C64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41810CB-B3B9-4220-C8CB-F75E4C650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B9661D8-7907-A836-823A-0E8579597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359-33CE-43E7-AFC2-6D2CFFFFDAE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F492796-17AD-3FA7-A8DB-CB2159F4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0C7BF1F-BFEA-9840-B6F7-6300D1B79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188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BEE211-6EEC-B7D3-420B-40A3DE025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B45721F-20F9-945C-4CB8-8F019FE5D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6A22E66-6067-8EDD-9350-24D3B7AA9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D5416FA-0DEB-F109-579B-322DBBC2B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22B22D2-D6EA-FC8E-5821-F00B767DEF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007B93A-A2EA-9F16-2E82-115D1748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359-33CE-43E7-AFC2-6D2CFFFFDAE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CF5B14A-3465-E534-E733-0FA78BCD5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45BF300-0889-5C3B-0035-F649D14FA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9404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62FB54-5068-3E99-454E-11E1B5B31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3B801A6-4CCB-F816-E883-AF9A0EAFE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169E5-342B-444D-B0D1-29EB651FEF97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B1C2984-81D7-D1A5-D1EF-29E0546FE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425021C-94B1-C94E-8F76-421871CD6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47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07C26AB-9066-6D86-E4BC-8F636CA7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E0AC-5628-4199-8E59-C04D8F506AED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6584A0F-101E-548A-BD61-8DA0E834D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F2CEE26-903B-7EF7-2BCB-2A0565B5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60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3A8219-4F1B-1491-9AFE-9444360EB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6E9BFD-A2A8-7A42-453A-AD994C876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17C9C04-BDDE-711D-9EA1-507277362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03A5C7F-7A19-277E-9857-582F20CB7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A1050-6CF5-4866-8E57-6BDBC664BA2C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8899F0E-2986-9060-A298-2F096FF2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4F1A514-E3A5-81D6-6029-1BAFA3655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9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569918-732F-78D8-6BBF-E72B32C8A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D35A4BC-9BC7-9C14-CDD0-4111743F8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6BA2661-119F-D4BF-52BE-FFBD4D73D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889810D-00CD-CDF5-4348-BE453D22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359-33CE-43E7-AFC2-6D2CFFFFDAE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72B7B9D-EE82-F9B5-157C-F30A3962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0E0B96E-D1D3-67D1-30EC-210245339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9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A2CAAB-2B8B-D7A1-BBC0-FFCA93C77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BE68550-C7F0-6CC4-BE18-F701E80B1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369C161-6E28-0919-CA61-2C1D98962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359-33CE-43E7-AFC2-6D2CFFFFDAE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DF14378-4E91-FF0A-A917-E5FDFAF9B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DA75192-3FC0-FED8-7D89-49FF76E1E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000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4DB0E10-D203-C830-A512-2D46FCB7C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3EA5678-F5C3-443C-6D0C-F09B7D5A5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F487631-1C34-46F3-1E43-CAAE721A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359-33CE-43E7-AFC2-6D2CFFFFDAE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1F47054-D3D4-ECF4-3799-D9E84CC07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45B888B-43BC-B6F6-B612-23E440078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6332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1944-8FC0-462F-B8BB-82A55385FD0B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11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10000"/>
            <a:lum/>
          </a:blip>
          <a:srcRect/>
          <a:stretch>
            <a:fillRect t="-36000" b="-3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B694AB3-F832-FCF8-A18A-CD282D88F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3E6605A-499A-8832-A607-8D6BB441C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322DE73-5763-C1AE-25D2-0C6B76A7F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54359-33CE-43E7-AFC2-6D2CFFFFDAE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90BE1FA-AC2B-2703-3C82-D55E8FCAF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5DBF9D-CF99-3E2B-203D-9AE5BFC3E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53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</p:sldLayoutIdLst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11" Type="http://schemas.openxmlformats.org/officeDocument/2006/relationships/image" Target="../media/image29.png"/><Relationship Id="rId5" Type="http://schemas.openxmlformats.org/officeDocument/2006/relationships/image" Target="../media/image23.jpeg"/><Relationship Id="rId10" Type="http://schemas.openxmlformats.org/officeDocument/2006/relationships/image" Target="../media/image28.jpeg"/><Relationship Id="rId4" Type="http://schemas.openxmlformats.org/officeDocument/2006/relationships/image" Target="../media/image22.jpeg"/><Relationship Id="rId9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jpe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45.jpe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e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jpe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png"/><Relationship Id="rId11" Type="http://schemas.openxmlformats.org/officeDocument/2006/relationships/image" Target="../media/image55.jpg"/><Relationship Id="rId5" Type="http://schemas.openxmlformats.org/officeDocument/2006/relationships/image" Target="../media/image49.png"/><Relationship Id="rId10" Type="http://schemas.openxmlformats.org/officeDocument/2006/relationships/image" Target="../media/image54.jpg"/><Relationship Id="rId4" Type="http://schemas.openxmlformats.org/officeDocument/2006/relationships/image" Target="../media/image48.jpeg"/><Relationship Id="rId9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179576"/>
            <a:ext cx="8382000" cy="1470025"/>
          </a:xfrm>
        </p:spPr>
        <p:txBody>
          <a:bodyPr>
            <a:noAutofit/>
          </a:bodyPr>
          <a:lstStyle/>
          <a:p>
            <a:pPr marL="182880" indent="0">
              <a:buNone/>
            </a:pPr>
            <a:r>
              <a:rPr lang="en-US" sz="115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endParaRPr lang="en-US" sz="88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8981" y="3962400"/>
            <a:ext cx="8229600" cy="1752600"/>
          </a:xfrm>
        </p:spPr>
        <p:txBody>
          <a:bodyPr>
            <a:normAutofit fontScale="92500"/>
          </a:bodyPr>
          <a:lstStyle/>
          <a:p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PAKO ENGINEERS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MANUFACTURE &amp; EXPORTER OF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MACHINED COMPONENTS &amp; PUMP ASSEMBLIES</a:t>
            </a:r>
            <a:endParaRPr lang="en-US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powerpoint/2010/main" xmlns:ns3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381000" y="304800"/>
            <ns1:ext cx="4419600" cy="609600"/>
          </ns1:xfrm>
        </ns0:spPr>
        <ns0:txBody>
          <ns1:bodyPr>
            <ns1:noAutofit/>
          </ns1:bodyPr>
          <ns1:lstStyle/>
          <ns1:p>
            <ns1:pPr marL="0" indent="0">
              <ns1:buNone/>
            </ns1:pPr>
            <ns1:r>
              <ns1:rPr lang="en-US" sz="3600" dirty="0">
                <ns1:solidFill>
                  <ns1:schemeClr val="tx1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>INTRODUCTION</ns1:t>
            </ns1:r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sz="quarter" idx="13"/>
          </ns0:nvPr>
        </ns0:nvSpPr>
        <ns0:spPr>
          <ns1:xfrm>
            <ns1:off x="228600" y="1219200"/>
            <ns1:ext cx="8229600" cy="5334000"/>
          </ns1:xfrm>
        </ns0:spPr>
        <ns0:txBody>
          <ns1:bodyPr>
            <ns1:normAutofit fontScale="32500" lnSpcReduction="20000"/>
          </ns1:bodyPr>
          <ns1:lstStyle/>
          <ns1:p>
            <ns1:endParaRPr lang="en-US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endParaRPr lang="en-US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pPr>
              <ns1:buFont typeface="Wingdings" pitchFamily="2" charset="2"/>
              <ns1:buChar char="Ø"/>
            </ns1:pPr>
            <ns1:r>
              <ns1:rPr lang="en-US" sz="40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NAME OF THE COMPANY: PAKO ENGINEERS</ns1:t>
            </ns1:r>
            <ns1:r>
              <ns1:rPr lang="en-US" sz="40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/>
            </ns1:r>
          </ns1:p>
          <ns1:p>
            <ns1:pPr>
              <ns1:buFont typeface="Wingdings" pitchFamily="2" charset="2"/>
              <ns1:buChar char="Ø"/>
            </ns1:pPr>
            <ns1:r>
              <ns1:rPr lang="en-US" sz="40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YEAR OF ESTABLISHMENT: 1994</ns1:t>
            </ns1:r>
          </ns1:p>
          <ns1:p>
            <ns1:pPr marL="0" indent="0">
              <ns1:buNone/>
            </ns1:pPr>
            <ns1:r>
              <ns1:rPr lang="en-US" sz="40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			                       </ns1:t>
            </ns1:r>
          </ns1:p>
          <ns1:p>
            <ns1:pPr>
              <ns1:buFont typeface="Wingdings" pitchFamily="2" charset="2"/>
              <ns1:buChar char="Ø"/>
            </ns1:pPr>
            <ns1:r>
              <ns1:rPr lang="en-US" sz="40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ISO 9001:2015 CERTIFIED</ns1:t>
            </ns1:r>
          </ns1:p>
          <ns1:p>
            <ns1:pPr>
              <ns1:buFont typeface="Wingdings" pitchFamily="2" charset="2"/>
              <ns1:buChar char="Ø"/>
            </ns1:pPr>
            <ns1:r>
              <ns1:rPr lang="en-US" sz="40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KEY PERSONS:</ns1:t>
            </ns1:r>
          </ns1:p>
          <ns1:p>
            <ns1:pPr>
              <ns1:buNone/>
            </ns1:pPr>
            <ns1:r>
              <ns1:rPr lang="en-US" sz="40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MR. SUDARSHAN KHOT (CEO) +91-9921854252</ns1:t>
            </ns1:r>
          </ns1:p>
          <ns1:p>
            <ns1:pPr>
              <ns1:buNone/>
            </ns1:pPr>
            <ns1:r>
              <ns1:rPr lang="en-US" sz="40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MR. SUHAS KHOT (M.D.) +91-9860269972</ns1:t>
            </ns1:r>
          </ns1:p>
          <ns1:p>
            <ns1:pPr>
              <ns1:buFont typeface="Wingdings" pitchFamily="2" charset="2"/>
              <ns1:buChar char="Ø"/>
            </ns1:pPr>
            <ns1:endParaRPr lang="en-US" sz="4000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pPr>
              <ns1:buFont typeface="Wingdings" pitchFamily="2" charset="2"/>
              <ns1:buChar char="Ø"/>
            </ns1:pPr>
            <ns1:r>
              <ns1:rPr lang="en-US" sz="40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ACTIVITIES:</ns1:t>
            </ns1:r>
          </ns1:p>
          <ns1:p>
            <ns1:pPr>
              <ns1:buNone/>
            </ns1:pPr>
            <ns1:r>
              <ns1:rPr lang="en-US" sz="40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Manufacture and export of precision machined components, pump assemblies, shafts, sleeves, couplings, lock nuts, retainer rings, Thordon bearings, gears and pump parts in all materials of construction.</ns1:t>
            </ns1:r>
          </ns1:p>
          <ns1:p>
            <ns1:pPr>
              <ns1:buFont typeface="Wingdings" pitchFamily="2" charset="2"/>
              <ns1:buChar char="Ø"/>
            </ns1:pPr>
            <ns1:r>
              <ns1:rPr lang="en-US" sz="40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MANPOWER:</ns1:t>
            </ns1:r>
          </ns1:p>
          <ns1:p>
            <ns1:pPr lvl="2">
              <ns1:buFont typeface="Wingdings" pitchFamily="2" charset="2"/>
              <ns1:buChar char="§"/>
            </ns1:pPr>
            <ns1:r>
              <ns1:rPr lang="en-US" sz="40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Engineers = 2</ns1:t>
            </ns1:r>
          </ns1:p>
          <ns1:p>
            <ns1:pPr lvl="2">
              <ns1:buFont typeface="Wingdings" pitchFamily="2" charset="2"/>
              <ns1:buChar char="§"/>
            </ns1:pPr>
            <ns1:r>
              <ns1:rPr lang="en-US" sz="40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Officers = 2</ns1:t>
            </ns1:r>
          </ns1:p>
          <ns1:p>
            <ns1:pPr lvl="2">
              <ns1:buFont typeface="Wingdings" pitchFamily="2" charset="2"/>
              <ns1:buChar char="§"/>
            </ns1:pPr>
            <ns1:r>
              <ns1:rPr lang="en-US" sz="40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Technical Supervisors = 3</ns1:t>
            </ns1:r>
          </ns1:p>
          <ns1:p>
            <ns1:pPr lvl="2">
              <ns1:buFont typeface="Wingdings" pitchFamily="2" charset="2"/>
              <ns1:buChar char="§"/>
            </ns1:pPr>
            <ns1:r>
              <ns1:rPr lang="en-US" sz="40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Quality Control = 2</ns1:t>
            </ns1:r>
          </ns1:p>
          <ns1:p>
            <ns1:pPr lvl="2">
              <ns1:buFont typeface="Wingdings" pitchFamily="2" charset="2"/>
              <ns1:buChar char="§"/>
            </ns1:pPr>
            <ns1:r>
              <ns1:rPr lang="en-US" sz="40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Programmers = 2</ns1:t>
            </ns1:r>
          </ns1:p>
          <ns1:p>
            <ns1:pPr lvl="2">
              <ns1:buFont typeface="Wingdings" pitchFamily="2" charset="2"/>
              <ns1:buChar char="§"/>
            </ns1:pPr>
            <ns1:r>
              <ns1:rPr lang="en-US" sz="40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Skilled Labour = 14</ns1:t>
            </ns1:r>
          </ns1:p>
          <ns1:p>
            <ns1:pPr lvl="2">
              <ns1:buFont typeface="Wingdings" pitchFamily="2" charset="2"/>
              <ns1:buChar char="§"/>
            </ns1:pPr>
            <ns1:r>
              <ns1:rPr lang="en-US" sz="40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Semi-Skilled Labour = 10</ns1:t>
            </ns1:r>
          </ns1:p>
          <ns1:p>
            <ns1:pPr lvl="2">
              <ns1:buFont typeface="Wingdings" pitchFamily="2" charset="2"/>
              <ns1:buChar char="§"/>
            </ns1:pPr>
            <ns1:r>
              <ns1:rPr lang="en-US" sz="40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Helping Staff = 12</ns1:t>
            </ns1:r>
          </ns1:p>
          <ns1:p>
            <ns1:pPr lvl="2">
              <ns1:buFont typeface="Wingdings" pitchFamily="2" charset="2"/>
              <ns1:buChar char="§"/>
            </ns1:pPr>
            <ns1:r>
              <ns1:rPr lang="en-US" sz="40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Total Strength = 47</ns1:t>
            </ns1:r>
          </ns1:p>
          <ns1:p>
            <ns1:pPr>
              <ns1:buFont typeface="Wingdings" pitchFamily="2" charset="2"/>
              <ns1:buChar char="Ø"/>
            </ns1:pPr>
            <ns1:endParaRPr lang="en-US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</ns0:txBody>
      </ns0:sp>
    </ns0:spTree>
    <ns0:extLst>
      <ns0:ext uri="{BB962C8B-B14F-4D97-AF65-F5344CB8AC3E}">
        <ns2:creationId val="3963883157"/>
      </ns0:ext>
    </ns0:extLst>
  </ns0:cSld>
  <ns0:clrMapOvr>
    <ns1:masterClrMapping/>
  </ns0:clrMapOvr>
  <ns3:AlternateContent>
    <ns3:Choice Requires="p14">
      <ns0:transition spd="slow" ns2:dur="1250">
        <ns0:checker/>
      </ns0:transition>
    </ns3:Choice>
    <ns3:Fallback>
      <ns0:transition spd="slow">
        <ns0:checker/>
      </ns0:transition>
    </ns3:Fallback>
  </ns3:AlternateContent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0" y="5775960"/>
            <a:ext cx="5410200" cy="1143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PAKO ENGINEERS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688ABB7B-835C-8DB1-3C28-586045AEBFD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295400" y="533400"/>
            <a:ext cx="6705600" cy="5029201"/>
          </a:xfrm>
        </p:spPr>
      </p:pic>
    </p:spTree>
    <p:extLst>
      <p:ext uri="{BB962C8B-B14F-4D97-AF65-F5344CB8AC3E}">
        <p14:creationId xmlns:p14="http://schemas.microsoft.com/office/powerpoint/2010/main" val="235573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66252"/>
            <a:ext cx="8229600" cy="609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   STRUCTURE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481696942"/>
              </p:ext>
            </p:extLst>
          </p:nvPr>
        </p:nvGraphicFramePr>
        <p:xfrm>
          <a:off x="1295400" y="1143000"/>
          <a:ext cx="7620000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8883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powerpoint/2010/main" xmlns:ns3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152400" y="381000"/>
            <ns1:ext cx="8991600" cy="1447800"/>
          </ns1:xfrm>
        </ns0:spPr>
        <ns0:txBody>
          <ns1:bodyPr>
            <ns1:noAutofit/>
          </ns1:bodyPr>
          <ns1:lstStyle/>
          <ns1:p>
            <ns1:pPr marL="0" indent="0">
              <ns1:buNone/>
            </ns1:pPr>
            <ns1:r>
              <ns1:rPr lang="en-US" sz="3200" dirty="0">
                <ns1:solidFill>
                  <ns1:schemeClr val="tx1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>TEST FACILITIES (IN-HOUSE / OUTSIDE)</ns1:t>
            </ns1:r>
            <ns1:r>
              <ns1:rPr lang="en-US" sz="3200" u="sng" dirty="0">
                <ns1:solidFill>
                  <ns1:schemeClr val="tx1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/>
            </ns1:r>
            <ns1:r>
              <ns1:rPr lang="en-US" sz="11500" dirty="0">
                <ns1:solidFill>
                  <ns1:schemeClr val="tx1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/>
            </ns1:r>
            <ns1:br>
              <ns1:rPr lang="en-US" sz="11500" dirty="0">
                <ns1:solidFill>
                  <ns1:schemeClr val="tx1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</ns1:br>
            <ns1:endParaRPr lang="en-US" sz="4400" dirty="0">
              <ns1:solidFill>
                <ns1:schemeClr val="tx1"/>
              </ns1:solidFill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sz="quarter" idx="13"/>
          </ns0:nvPr>
        </ns0:nvSpPr>
        <ns0:spPr>
          <ns1:xfrm>
            <ns1:off x="796413" y="1600200"/>
            <ns1:ext cx="8229600" cy="4389120"/>
          </ns1:xfrm>
        </ns0:spPr>
        <ns0:txBody>
          <ns1:bodyPr>
            <ns1:normAutofit fontScale="92500" lnSpcReduction="10000"/>
          </ns1:bodyPr>
          <ns1:lstStyle/>
          <ns1:p>
            <ns1:pPr>
              <ns1:buNone/>
            </ns1:pPr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</ns1:t>
            </ns1:r>
          </ns1:p>
          <ns1:p>
            <ns1:pPr lvl="0">
              <ns1:buFont typeface="Wingdings" pitchFamily="2" charset="2"/>
              <ns1:buChar char="Ø"/>
            </ns1:pPr>
            <ns1:r>
              <ns1:rPr lang="en-US" b="1" u="sng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IN-HOUSE</ns1:t>
            </ns1:r>
            <ns1:r>
              <ns1:rPr lang="en-US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:-</ns1:t>
            </ns1:r>
          </ns1:p>
          <ns1:p>
            <ns1:pPr lvl="1"/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HARDNESS TESTING</ns1:t>
            </ns1:r>
          </ns1:p>
          <ns1:p>
            <ns1:pPr lvl="1"/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SURFACE CHECK </ns1:t>
            </ns1:r>
          </ns1:p>
          <ns1:p>
            <ns1:pPr lvl="1"/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NDT - DYE PENETRANT TEST (DPT)</ns1:t>
            </ns1:r>
          </ns1:p>
          <ns1:p>
            <ns1:pPr lvl="0"/>
            <ns1:endParaRPr lang="en-US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pPr lvl="0">
              <ns1:buFont typeface="Wingdings" pitchFamily="2" charset="2"/>
              <ns1:buChar char="Ø"/>
            </ns1:pPr>
            <ns1:r>
              <ns1:rPr lang="en-US" b="1" u="sng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OUTSOURCED</ns1:t>
            </ns1:r>
            <ns1:r>
              <ns1:rPr lang="en-US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:-</ns1:t>
            </ns1:r>
          </ns1:p>
          <ns1:p>
            <ns1:pPr lvl="1"/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ULTRASONIC TESTING</ns1:t>
            </ns1:r>
          </ns1:p>
          <ns1:p>
            <ns1:pPr lvl="1"/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METALLURGICAL TESTING (PHYSICAL &amp; CHEMICAL)</ns1:t>
            </ns1:r>
          </ns1:p>
          <ns1:p>
            <ns1:pPr lvl="1"/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HEAT TREATMENT</ns1:t>
            </ns1:r>
          </ns1:p>
          <ns1:p>
            <ns1:pPr lvl="1"/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NDT - RADIOGRAPHY</ns1:t>
            </ns1:r>
          </ns1:p>
          <ns1:p>
            <ns1:pPr lvl="1"/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PMI</ns1:t>
            </ns1:r>
          </ns1:p>
          <ns1:p>
            <ns1:pPr marL="0" lvl="0" indent="0">
              <ns1:buNone/>
            </ns1:pPr>
            <ns1:endParaRPr lang="en-US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pPr>
              <ns1:buFont typeface="Wingdings" pitchFamily="2" charset="2"/>
              <ns1:buChar char="Ø"/>
            </ns1:pPr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The production department has all necessary calibrated measuring instruments</ns1:t>
            </ns1:r>
            <ns1:r>
              <ns1:rPr lang="en-US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</ns1:t>
            </ns1:r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including calipers, micrometers and gauges.</ns1:t>
            </ns1:r>
          </ns1:p>
          <ns1:p>
            <ns1:endParaRPr lang="en-US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</ns0:txBody>
      </ns0:sp>
    </ns0:spTree>
    <ns0:extLst>
      <ns0:ext uri="{BB962C8B-B14F-4D97-AF65-F5344CB8AC3E}">
        <ns2:creationId val="588822176"/>
      </ns0:ext>
    </ns0:extLst>
  </ns0:cSld>
  <ns0:clrMapOvr>
    <ns1:masterClrMapping/>
  </ns0:clrMapOvr>
  <ns3:AlternateContent>
    <ns3:Choice Requires="p14">
      <ns0:transition spd="slow" ns2:dur="1250">
        <ns0:checker/>
      </ns0:transition>
    </ns3:Choice>
    <ns3:Fallback>
      <ns0:transition spd="slow">
        <ns0:checker/>
      </ns0:transition>
    </ns3:Fallback>
  </ns3:AlternateContent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powerpoint/2010/main" xmlns:ns3="http://schemas.microsoft.com/office/drawing/2014/main" xmlns:ns4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238432" y="381000"/>
            <ns1:ext cx="4876800" cy="515112"/>
          </ns1:xfrm>
        </ns0:spPr>
        <ns0:txBody>
          <ns1:bodyPr>
            <ns1:noAutofit/>
          </ns1:bodyPr>
          <ns1:lstStyle/>
          <ns1:p>
            <ns1:pPr marL="0" indent="0">
              <ns1:buNone/>
            </ns1:pPr>
            <ns1:r>
              <ns1:rPr lang="en-US" sz="32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PRODUCT DETAILS</ns1:t>
            </ns1:r>
          </ns1:p>
        </ns0:txBody>
      </ns0:sp>
      <ns0:graphicFrame>
        <ns0:nvGraphicFramePr>
          <ns0:cNvPr id="5" name="Content Placeholder 4"/>
          <ns0:cNvGraphicFramePr>
            <ns1:graphicFrameLocks noGrp="1"/>
          </ns0:cNvGraphicFramePr>
          <ns0:nvPr>
            <ns0:ph sz="quarter" idx="13"/>
            <ns0:extLst>
              <ns0:ext uri="{D42A27DB-BD31-4B8C-83A1-F6EECF244321}">
                <ns2:modId val="1210862957"/>
              </ns0:ext>
            </ns0:extLst>
          </ns0:nvPr>
        </ns0:nvGraphicFramePr>
        <ns0:xfrm>
          <ns1:off x="1143000" y="1295400"/>
          <ns1:ext cx="7467600" cy="457200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1493520">
                  <ns1:extLst>
                    <ns1:ext uri="{9D8B030D-6E8A-4147-A177-3AD203B41FA5}">
                      <ns3:colId val="20000"/>
                    </ns1:ext>
                  </ns1:extLst>
                </ns1:gridCol>
                <ns1:gridCol w="1493520">
                  <ns1:extLst>
                    <ns1:ext uri="{9D8B030D-6E8A-4147-A177-3AD203B41FA5}">
                      <ns3:colId val="20001"/>
                    </ns1:ext>
                  </ns1:extLst>
                </ns1:gridCol>
                <ns1:gridCol w="2060504">
                  <ns1:extLst>
                    <ns1:ext uri="{9D8B030D-6E8A-4147-A177-3AD203B41FA5}">
                      <ns3:colId val="20002"/>
                    </ns1:ext>
                  </ns1:extLst>
                </ns1:gridCol>
                <ns1:gridCol w="2420056">
                  <ns1:extLst>
                    <ns1:ext uri="{9D8B030D-6E8A-4147-A177-3AD203B41FA5}">
                      <ns3:colId val="20003"/>
                    </ns1:ext>
                  </ns1:extLst>
                </ns1:gridCol>
              </ns1:tblGrid>
              <ns1:tr h="290554">
                <ns1:tc>
                  <ns1:txBody>
                    <ns1:bodyPr/>
                    <ns1:lstStyle/>
                    <ns1:p>
                      <ns1:pPr marL="88900" marR="0"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800" dirty="0">
                          <ns1:latin typeface="Times New Roman" panose="02020603050405020304" pitchFamily="18" charset="0"/>
                          <ns1:cs typeface="Times New Roman" panose="02020603050405020304" pitchFamily="18" charset="0"/>
                        </ns1:rPr>
                        <ns1:t>PRODUCT</ns1:t>
                      </ns1:r>
                      <ns1:endParaRPr lang="en-US" sz="1100" dirty="0">
                        <ns1:latin typeface="Times New Roman" panose="02020603050405020304" pitchFamily="18" charset="0"/>
                        <ns1:ea typeface="Times New Roman"/>
                        <ns1:cs typeface="Times New Roman" panose="02020603050405020304" pitchFamily="18" charset="0"/>
                      </ns1:endParaRPr>
                    </ns1:p>
                  </ns1:txBody>
                  <ns1:tcPr marL="0" marR="0" marT="0" marB="0" anchor="b"/>
                </ns1:tc>
                <ns1:tc>
                  <ns1:txBody>
                    <ns1:bodyPr/>
                    <ns1:lstStyle/>
                    <ns1:p>
                      <ns1:pPr marL="88900" marR="0"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800" dirty="0">
                          <ns1:latin typeface="Times New Roman" panose="02020603050405020304" pitchFamily="18" charset="0"/>
                          <ns1:cs typeface="Times New Roman" panose="02020603050405020304" pitchFamily="18" charset="0"/>
                        </ns1:rPr>
                        <ns1:t>MATERIAL</ns1:t>
                      </ns1:r>
                      <ns1:endParaRPr lang="en-US" sz="1800" dirty="0">
                        <ns1:latin typeface="Times New Roman" panose="02020603050405020304" pitchFamily="18" charset="0"/>
                        <ns1:ea typeface="Times New Roman"/>
                        <ns1:cs typeface="Times New Roman" panose="02020603050405020304" pitchFamily="18" charset="0"/>
                      </ns1:endParaRPr>
                    </ns1:p>
                  </ns1:txBody>
                  <ns1:tcPr marL="0" marR="0" marT="0" marB="0" anchor="ctr"/>
                </ns1:tc>
                <ns1:tc>
                  <ns1:txBody>
                    <ns1:bodyPr/>
                    <ns1:lstStyle/>
                    <ns1:p>
                      <ns1:pPr marL="60325" marR="0" indent="-60325" algn="ctr" defTabSz="914400" rtl="0" eaLnBrk="1" fontAlgn="auto" latinLnBrk="0" hangingPunct="1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Tx/>
                        <ns1:buSzTx/>
                        <ns1:buFontTx/>
                        <ns1:buNone/>
                        <ns1:tabLst/>
                        <ns1:defRPr/>
                      </ns1:pPr>
                      <ns1:r>
                        <ns1:rPr lang="en-US" sz="1800" dirty="0">
                          <ns1:latin typeface="Times New Roman" panose="02020603050405020304" pitchFamily="18" charset="0"/>
                          <ns1:cs typeface="Times New Roman" panose="02020603050405020304" pitchFamily="18" charset="0"/>
                        </ns1:rPr>
                        <ns1:t>SIZE</ns1:t>
                      </ns1:r>
                      <ns1:endParaRPr lang="en-US" sz="1100" dirty="0">
                        <ns1:latin typeface="Times New Roman" panose="02020603050405020304" pitchFamily="18" charset="0"/>
                        <ns1:ea typeface="Times New Roman"/>
                        <ns1:cs typeface="Times New Roman" panose="02020603050405020304" pitchFamily="18" charset="0"/>
                      </ns1:endParaRPr>
                    </ns1:p>
                  </ns1:txBody>
                  <ns1:tcPr marL="0" marR="0" marT="0" marB="0" anchor="ctr"/>
                </ns1:tc>
                <ns1:tc>
                  <ns1:txBody>
                    <ns1:bodyPr/>
                    <ns1:lstStyle/>
                    <ns1:p>
                      <ns1:pPr marL="114300" marR="0" indent="0" algn="ctr" defTabSz="914400" rtl="0" eaLnBrk="1" fontAlgn="auto" latinLnBrk="0" hangingPunct="1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Tx/>
                        <ns1:buSzTx/>
                        <ns1:buFontTx/>
                        <ns1:buNone/>
                        <ns1:tabLst/>
                        <ns1:defRPr/>
                      </ns1:pPr>
                      <ns1:r>
                        <ns1:rPr lang="en-US" sz="1800" dirty="0">
                          <ns1:latin typeface="Times New Roman" panose="02020603050405020304" pitchFamily="18" charset="0"/>
                          <ns1:cs typeface="Times New Roman" panose="02020603050405020304" pitchFamily="18" charset="0"/>
                        </ns1:rPr>
                        <ns1:t>FINISH</ns1:t>
                      </ns1:r>
                      <ns1:endParaRPr lang="en-US" sz="1100" dirty="0">
                        <ns1:latin typeface="Times New Roman" panose="02020603050405020304" pitchFamily="18" charset="0"/>
                        <ns1:ea typeface="Times New Roman"/>
                        <ns1:cs typeface="Times New Roman" panose="02020603050405020304" pitchFamily="18" charset="0"/>
                      </ns1:endParaRPr>
                    </ns1:p>
                  </ns1:txBody>
                  <ns1:tcPr marL="0" marR="0" marT="0" marB="0" anchor="ctr"/>
                </ns1:tc>
                <ns1:extLst>
                  <ns1:ext uri="{0D108BD9-81ED-4DB2-BD59-A6C34878D82A}">
                    <ns3:rowId val="10000"/>
                  </ns1:ext>
                </ns1:extLst>
              </ns1:tr>
              <ns1:tr h="1146688">
                <ns1:tc>
                  <ns1:txBody>
                    <ns1:bodyPr/>
                    <ns1:lstStyle/>
                    <ns1:p>
                      <ns1:pPr marL="88900" marR="0"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anose="02020603050405020304" pitchFamily="18" charset="0"/>
                          <ns1:cs typeface="Times New Roman" panose="02020603050405020304" pitchFamily="18" charset="0"/>
                        </ns1:rPr>
                        <ns1:t>SHAFT</ns1:t>
                      </ns1:r>
                      <ns1:endParaRPr lang="en-US" sz="1100" dirty="0">
                        <ns1:latin typeface="Times New Roman" panose="02020603050405020304" pitchFamily="18" charset="0"/>
                        <ns1:ea typeface="Times New Roman"/>
                        <ns1:cs typeface="Times New Roman" panose="02020603050405020304" pitchFamily="18" charset="0"/>
                      </ns1:endParaRPr>
                    </ns1:p>
                  </ns1:txBody>
                  <ns1:tcPr marL="0" marR="0" marT="0" marB="0"/>
                </ns1:tc>
                <ns1:tc>
                  <ns1:txBody>
                    <ns1:bodyPr/>
                    <ns1:lstStyle/>
                    <ns1:p>
                      <ns1:pPr marL="109538" marR="0" indent="0"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>Stainless Steel, Duplex, Super Duplex, Nitronic 50</ns1:t>
                      </ns1:r>
                      <ns1:endParaRPr lang="en-US" sz="1100" dirty="0">
                        <ns1:latin typeface="Times New Roman" pitchFamily="18" charset="0"/>
                        <ns1:cs typeface="Times New Roman" pitchFamily="18" charset="0"/>
                      </ns1:endParaRPr>
                    </ns1:p>
                    <ns1:p>
                      <ns1:pPr marL="109538" marR="0" indent="0" algn="ctr">
                        <ns1:lnSpc>
                          <ns1:spcPts val="1675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/>
                      </ns1:r>
                      <ns1:endParaRPr lang="en-US" sz="1100" dirty="0">
                        <ns1:latin typeface="Times New Roman" pitchFamily="18" charset="0"/>
                        <ns1:ea typeface="Times New Roman"/>
                        <ns1:cs typeface="Times New Roman" pitchFamily="18" charset="0"/>
                      </ns1:endParaRPr>
                    </ns1:p>
                  </ns1:txBody>
                  <ns1:tcPr marL="0" marR="0" marT="0" marB="0"/>
                </ns1:tc>
                <ns1:tc>
                  <ns1:txBody>
                    <ns1:bodyPr/>
                    <ns1:lstStyle/>
                    <ns1:p>
                      <ns1:pPr marL="114300" marR="0"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>Diameter = 50 mm to 1500 mm</ns1:t>
                      </ns1:r>
                      <ns1:endParaRPr lang="en-US" sz="1100" dirty="0">
                        <ns1:latin typeface="Times New Roman" pitchFamily="18" charset="0"/>
                        <ns1:cs typeface="Times New Roman" pitchFamily="18" charset="0"/>
                      </ns1:endParaRPr>
                    </ns1:p>
                    <ns1:p>
                      <ns1:pPr marL="114300" marR="0" algn="ctr">
                        <ns1:lnSpc>
                          <ns1:spcPts val="1675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>Length = 0.5 mtr to 8 mtr</ns1:t>
                      </ns1:r>
                      <ns1:endParaRPr lang="en-US" sz="1100" dirty="0">
                        <ns1:latin typeface="Times New Roman" pitchFamily="18" charset="0"/>
                        <ns1:ea typeface="Times New Roman"/>
                        <ns1:cs typeface="Times New Roman" pitchFamily="18" charset="0"/>
                      </ns1:endParaRPr>
                    </ns1:p>
                  </ns1:txBody>
                  <ns1:tcPr marL="0" marR="0" marT="0" marB="0"/>
                </ns1:tc>
                <ns1:tc>
                  <ns1:txBody>
                    <ns1:bodyPr/>
                    <ns1:lstStyle/>
                    <ns1:p>
                      <ns1:pPr marL="203200" marR="0" indent="0" algn="ctr" defTabSz="914400" rtl="0" eaLnBrk="1" fontAlgn="auto" latinLnBrk="0" hangingPunct="1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Tx/>
                        <ns1:buSzTx/>
                        <ns1:buFontTx/>
                        <ns1:buNone/>
                        <ns1:tabLst/>
                        <ns1:defRPr/>
                      </ns1:pPr>
                      <ns1:r>
                        <ns1:rPr kumimoji="0" lang="en-US" sz="1400" kern="1200" dirty="0">
                          <ns1:solidFill>
                            <ns1:schemeClr val="dk1"/>
                          </ns1:solidFill>
                          <ns1:latin typeface="Times New Roman" pitchFamily="18" charset="0"/>
                          <ns1:ea typeface="+mn-ea"/>
                          <ns1:cs typeface="Times New Roman" pitchFamily="18" charset="0"/>
                        </ns1:rPr>
                        <ns1:t>10 to 50 microns.</ns1:t>
                      </ns1:r>
                    </ns1:p>
                  </ns1:txBody>
                  <ns1:tcPr marL="0" marR="0" marT="0" marB="0"/>
                </ns1:tc>
                <ns1:extLst>
                  <ns1:ext uri="{0D108BD9-81ED-4DB2-BD59-A6C34878D82A}">
                    <ns3:rowId val="10001"/>
                  </ns1:ext>
                </ns1:extLst>
              </ns1:tr>
              <ns1:tr h="1092749">
                <ns1:tc>
                  <ns1:txBody>
                    <ns1:bodyPr/>
                    <ns1:lstStyle/>
                    <ns1:p>
                      <ns1:pPr marL="88900" marR="0"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anose="02020603050405020304" pitchFamily="18" charset="0"/>
                          <ns1:cs typeface="Times New Roman" panose="02020603050405020304" pitchFamily="18" charset="0"/>
                        </ns1:rPr>
                        <ns1:t>SLEEVES</ns1:t>
                      </ns1:r>
                      <ns1:endParaRPr lang="en-US" sz="1100" dirty="0">
                        <ns1:latin typeface="Times New Roman" panose="02020603050405020304" pitchFamily="18" charset="0"/>
                        <ns1:ea typeface="Times New Roman"/>
                        <ns1:cs typeface="Times New Roman" panose="02020603050405020304" pitchFamily="18" charset="0"/>
                      </ns1:endParaRPr>
                    </ns1:p>
                  </ns1:txBody>
                  <ns1:tcPr marL="0" marR="0" marT="0" marB="0"/>
                </ns1:tc>
                <ns1:tc>
                  <ns1:txBody>
                    <ns1:bodyPr/>
                    <ns1:lstStyle/>
                    <ns1:p>
                      <ns1:pPr marL="171450" marR="0" indent="0"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>Stainless Steel, Duplex, Super Duplex, Nitronic 50</ns1:t>
                      </ns1:r>
                      <ns1:endParaRPr lang="en-US" sz="1100" dirty="0">
                        <ns1:latin typeface="Times New Roman" pitchFamily="18" charset="0"/>
                        <ns1:cs typeface="Times New Roman" pitchFamily="18" charset="0"/>
                      </ns1:endParaRPr>
                    </ns1:p>
                    <ns1:p>
                      <ns1:pPr marL="171450" marR="0" indent="0" algn="ctr">
                        <ns1:lnSpc>
                          <ns1:spcPts val="1675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/>
                      </ns1:r>
                      <ns1:endParaRPr lang="en-US" sz="1100" dirty="0">
                        <ns1:latin typeface="Times New Roman" pitchFamily="18" charset="0"/>
                        <ns1:ea typeface="Times New Roman"/>
                        <ns1:cs typeface="Times New Roman" pitchFamily="18" charset="0"/>
                      </ns1:endParaRPr>
                    </ns1:p>
                  </ns1:txBody>
                  <ns1:tcPr marL="0" marR="0" marT="0" marB="0"/>
                </ns1:tc>
                <ns1:tc>
                  <ns1:txBody>
                    <ns1:bodyPr/>
                    <ns1:lstStyle/>
                    <ns1:p>
                      <ns1:pPr marL="114300" marR="0"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>Diameter = 50 mm to 400 mm</ns1:t>
                      </ns1:r>
                      <ns1:endParaRPr lang="en-US" sz="1100" dirty="0">
                        <ns1:latin typeface="Times New Roman" pitchFamily="18" charset="0"/>
                        <ns1:cs typeface="Times New Roman" pitchFamily="18" charset="0"/>
                      </ns1:endParaRPr>
                    </ns1:p>
                    <ns1:p>
                      <ns1:pPr marL="114300" marR="0" algn="ctr">
                        <ns1:lnSpc>
                          <ns1:spcPts val="1675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>Length = 0.1 mtr to 1 mtr</ns1:t>
                      </ns1:r>
                      <ns1:endParaRPr lang="en-US" sz="1100" dirty="0">
                        <ns1:latin typeface="Times New Roman" pitchFamily="18" charset="0"/>
                        <ns1:ea typeface="Times New Roman"/>
                        <ns1:cs typeface="Times New Roman" pitchFamily="18" charset="0"/>
                      </ns1:endParaRPr>
                    </ns1:p>
                  </ns1:txBody>
                  <ns1:tcPr marL="0" marR="0" marT="0" marB="0"/>
                </ns1:tc>
                <ns1:tc>
                  <ns1:txBody>
                    <ns1:bodyPr/>
                    <ns1:lstStyle/>
                    <ns1:p>
                      <ns1:pPr marL="203200" marR="0" indent="0" algn="ctr" defTabSz="914400" rtl="0" eaLnBrk="1" fontAlgn="auto" latinLnBrk="0" hangingPunct="1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Tx/>
                        <ns1:buSzTx/>
                        <ns1:buFontTx/>
                        <ns1:buNone/>
                        <ns1:tabLst/>
                        <ns1:defRPr/>
                      </ns1:pPr>
                      <ns1:r>
                        <ns1:rPr kumimoji="0" lang="en-US" sz="1400" kern="1200" dirty="0">
                          <ns1:solidFill>
                            <ns1:schemeClr val="dk1"/>
                          </ns1:solidFill>
                          <ns1:latin typeface="Times New Roman" pitchFamily="18" charset="0"/>
                          <ns1:ea typeface="+mn-ea"/>
                          <ns1:cs typeface="Times New Roman" pitchFamily="18" charset="0"/>
                        </ns1:rPr>
                        <ns1:t>10 to 50 microns.</ns1:t>
                      </ns1: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/>
                      </ns1:r>
                      <ns1:endParaRPr lang="en-US" sz="1100" dirty="0">
                        <ns1:latin typeface="Times New Roman" pitchFamily="18" charset="0"/>
                        <ns1:ea typeface="Times New Roman"/>
                        <ns1:cs typeface="Times New Roman" pitchFamily="18" charset="0"/>
                      </ns1:endParaRPr>
                    </ns1:p>
                  </ns1:txBody>
                  <ns1:tcPr marL="0" marR="0" marT="0" marB="0"/>
                </ns1:tc>
                <ns1:extLst>
                  <ns1:ext uri="{0D108BD9-81ED-4DB2-BD59-A6C34878D82A}">
                    <ns3:rowId val="10002"/>
                  </ns1:ext>
                </ns1:extLst>
              </ns1:tr>
              <ns1:tr h="895321">
                <ns1:tc>
                  <ns1:txBody>
                    <ns1:bodyPr/>
                    <ns1:lstStyle/>
                    <ns1:p>
                      <ns1:pPr marL="88900" marR="0"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anose="02020603050405020304" pitchFamily="18" charset="0"/>
                          <ns1:cs typeface="Times New Roman" panose="02020603050405020304" pitchFamily="18" charset="0"/>
                        </ns1:rPr>
                        <ns1:t>COUPLINGS</ns1:t>
                      </ns1:r>
                      <ns1:endParaRPr lang="en-US" sz="1100" dirty="0">
                        <ns1:latin typeface="Times New Roman" panose="02020603050405020304" pitchFamily="18" charset="0"/>
                        <ns1:ea typeface="Times New Roman"/>
                        <ns1:cs typeface="Times New Roman" panose="02020603050405020304" pitchFamily="18" charset="0"/>
                      </ns1:endParaRPr>
                    </ns1:p>
                  </ns1:txBody>
                  <ns1:tcPr marL="0" marR="0" marT="0" marB="0"/>
                </ns1:tc>
                <ns1:tc>
                  <ns1:txBody>
                    <ns1:bodyPr/>
                    <ns1:lstStyle/>
                    <ns1:p>
                      <ns1:pPr marL="171450" marR="0" indent="0"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>Stainless Steel, Duplex, Super Duplex, Nitronic 50</ns1:t>
                      </ns1:r>
                      <ns1:endParaRPr lang="en-US" sz="1100" dirty="0">
                        <ns1:latin typeface="Times New Roman" pitchFamily="18" charset="0"/>
                        <ns1:cs typeface="Times New Roman" pitchFamily="18" charset="0"/>
                      </ns1:endParaRPr>
                    </ns1:p>
                    <ns1:p>
                      <ns1:pPr marL="171450" marR="0" indent="0" algn="ctr">
                        <ns1:lnSpc>
                          <ns1:spcPts val="1675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/>
                      </ns1:r>
                      <ns1:endParaRPr lang="en-US" sz="1100" dirty="0">
                        <ns1:latin typeface="Times New Roman" pitchFamily="18" charset="0"/>
                        <ns1:ea typeface="Times New Roman"/>
                        <ns1:cs typeface="Times New Roman" pitchFamily="18" charset="0"/>
                      </ns1:endParaRPr>
                    </ns1:p>
                  </ns1:txBody>
                  <ns1:tcPr marL="0" marR="0" marT="0" marB="0"/>
                </ns1:tc>
                <ns1:tc>
                  <ns1:txBody>
                    <ns1:bodyPr/>
                    <ns1:lstStyle/>
                    <ns1:p>
                      <ns1:pPr marL="114300" marR="0"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>Diameter = 50 mm to 400 mm</ns1:t>
                      </ns1:r>
                      <ns1:endParaRPr lang="en-US" sz="1100" dirty="0">
                        <ns1:latin typeface="Times New Roman" pitchFamily="18" charset="0"/>
                        <ns1:cs typeface="Times New Roman" pitchFamily="18" charset="0"/>
                      </ns1:endParaRPr>
                    </ns1:p>
                    <ns1:p>
                      <ns1:pPr marL="114300" marR="0" algn="ctr">
                        <ns1:lnSpc>
                          <ns1:spcPts val="1675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>Length = 0.1 mtr to 1 mtr</ns1:t>
                      </ns1:r>
                      <ns1:endParaRPr lang="en-US" sz="1100" dirty="0">
                        <ns1:latin typeface="Times New Roman" pitchFamily="18" charset="0"/>
                        <ns1:ea typeface="Times New Roman"/>
                        <ns1:cs typeface="Times New Roman" pitchFamily="18" charset="0"/>
                      </ns1:endParaRPr>
                    </ns1:p>
                  </ns1:txBody>
                  <ns1:tcPr marL="0" marR="0" marT="0" marB="0"/>
                </ns1:tc>
                <ns1:tc>
                  <ns1:txBody>
                    <ns1:bodyPr/>
                    <ns1:lstStyle/>
                    <ns1:p>
                      <ns1:pPr marL="203200" marR="0" indent="0" algn="ctr" defTabSz="914400" rtl="0" eaLnBrk="1" fontAlgn="auto" latinLnBrk="0" hangingPunct="1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Tx/>
                        <ns1:buSzTx/>
                        <ns1:buFontTx/>
                        <ns1:buNone/>
                        <ns1:tabLst/>
                        <ns1:defRPr/>
                      </ns1:pPr>
                      <ns1:r>
                        <ns1:rPr kumimoji="0" lang="en-US" sz="1400" kern="1200" dirty="0">
                          <ns1:solidFill>
                            <ns1:schemeClr val="dk1"/>
                          </ns1:solidFill>
                          <ns1:latin typeface="Times New Roman" pitchFamily="18" charset="0"/>
                          <ns1:ea typeface="+mn-ea"/>
                          <ns1:cs typeface="Times New Roman" pitchFamily="18" charset="0"/>
                        </ns1:rPr>
                        <ns1:t>10 to 50 microns.</ns1:t>
                      </ns1: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/>
                      </ns1:r>
                      <ns1:endParaRPr lang="en-US" sz="1100" dirty="0">
                        <ns1:latin typeface="Times New Roman" pitchFamily="18" charset="0"/>
                        <ns1:ea typeface="Times New Roman"/>
                        <ns1:cs typeface="Times New Roman" pitchFamily="18" charset="0"/>
                      </ns1:endParaRPr>
                    </ns1:p>
                  </ns1:txBody>
                  <ns1:tcPr marL="0" marR="0" marT="0" marB="0"/>
                </ns1:tc>
                <ns1:extLst>
                  <ns1:ext uri="{0D108BD9-81ED-4DB2-BD59-A6C34878D82A}">
                    <ns3:rowId val="10003"/>
                  </ns1:ext>
                </ns1:extLst>
              </ns1:tr>
              <ns1:tr h="1146688">
                <ns1:tc>
                  <ns1:txBody>
                    <ns1:bodyPr/>
                    <ns1:lstStyle/>
                    <ns1:p>
                      <ns1:pPr marL="88900" marR="0"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anose="02020603050405020304" pitchFamily="18" charset="0"/>
                          <ns1:cs typeface="Times New Roman" panose="02020603050405020304" pitchFamily="18" charset="0"/>
                        </ns1:rPr>
                        <ns1:t>PUMP PARTS &amp;</ns1:t>
                      </ns1:r>
                      <ns1:endParaRPr lang="en-US" sz="1100" dirty="0">
                        <ns1:latin typeface="Times New Roman" panose="02020603050405020304" pitchFamily="18" charset="0"/>
                        <ns1:cs typeface="Times New Roman" panose="02020603050405020304" pitchFamily="18" charset="0"/>
                      </ns1:endParaRPr>
                    </ns1:p>
                    <ns1:p>
                      <ns1:pPr marL="88900" marR="0" algn="ctr">
                        <ns1:lnSpc>
                          <ns1:spcPts val="1675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anose="02020603050405020304" pitchFamily="18" charset="0"/>
                          <ns1:cs typeface="Times New Roman" panose="02020603050405020304" pitchFamily="18" charset="0"/>
                        </ns1:rPr>
                        <ns1:t>ACCESSORIES</ns1:t>
                      </ns1:r>
                      <ns1:endParaRPr lang="en-US" sz="1100" dirty="0">
                        <ns1:latin typeface="Times New Roman" panose="02020603050405020304" pitchFamily="18" charset="0"/>
                        <ns1:ea typeface="Times New Roman"/>
                        <ns1:cs typeface="Times New Roman" panose="02020603050405020304" pitchFamily="18" charset="0"/>
                      </ns1:endParaRPr>
                    </ns1:p>
                  </ns1:txBody>
                  <ns1:tcPr marL="0" marR="0" marT="0" marB="0"/>
                </ns1:tc>
                <ns1:tc>
                  <ns1:txBody>
                    <ns1:bodyPr/>
                    <ns1:lstStyle/>
                    <ns1:p>
                      <ns1:pPr marL="171450" marR="0" indent="0"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>Stainless Steel, Duplex, Super Duplex, Nitronic 50</ns1:t>
                      </ns1:r>
                      <ns1:endParaRPr lang="en-US" sz="1100" dirty="0">
                        <ns1:latin typeface="Times New Roman" pitchFamily="18" charset="0"/>
                        <ns1:cs typeface="Times New Roman" pitchFamily="18" charset="0"/>
                      </ns1:endParaRPr>
                    </ns1:p>
                    <ns1:p>
                      <ns1:pPr marL="171450" marR="0" indent="0" algn="ctr">
                        <ns1:lnSpc>
                          <ns1:spcPts val="1675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/>
                      </ns1:r>
                      <ns1:endParaRPr lang="en-US" sz="1100" dirty="0">
                        <ns1:latin typeface="Times New Roman" pitchFamily="18" charset="0"/>
                        <ns1:ea typeface="Times New Roman"/>
                        <ns1:cs typeface="Times New Roman" pitchFamily="18" charset="0"/>
                      </ns1:endParaRPr>
                    </ns1:p>
                  </ns1:txBody>
                  <ns1:tcPr marL="0" marR="0" marT="0" marB="0"/>
                </ns1:tc>
                <ns1:tc>
                  <ns1:txBody>
                    <ns1:bodyPr/>
                    <ns1:lstStyle/>
                    <ns1:p>
                      <ns1:pPr marL="114300" marR="0" algn="ctr">
                        <ns1:spcBef>
                          <ns1:spcPts val="0"/>
                        </ns1:spcBef>
                        <ns1:spcAft>
                          <ns1:spcPts val="0"/>
                        </ns1:spcAft>
                      </ns1:pP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>Customised</ns1:t>
                      </ns1:r>
                      <ns1:endParaRPr lang="en-US" sz="1100" dirty="0">
                        <ns1:latin typeface="Times New Roman" pitchFamily="18" charset="0"/>
                        <ns1:ea typeface="Times New Roman"/>
                        <ns1:cs typeface="Times New Roman" pitchFamily="18" charset="0"/>
                      </ns1:endParaRPr>
                    </ns1:p>
                  </ns1:txBody>
                  <ns1:tcPr marL="0" marR="0" marT="0" marB="0"/>
                </ns1:tc>
                <ns1:tc>
                  <ns1:txBody>
                    <ns1:bodyPr/>
                    <ns1:lstStyle/>
                    <ns1:p>
                      <ns1:pPr marL="203200" marR="0" indent="0" algn="ctr" defTabSz="914400" rtl="0" eaLnBrk="1" fontAlgn="auto" latinLnBrk="0" hangingPunct="1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Tx/>
                        <ns1:buSzTx/>
                        <ns1:buFontTx/>
                        <ns1:buNone/>
                        <ns1:tabLst/>
                        <ns1:defRPr/>
                      </ns1:pPr>
                      <ns1:r>
                        <ns1:rPr kumimoji="0" lang="en-US" sz="1400" kern="1200" dirty="0">
                          <ns1:solidFill>
                            <ns1:schemeClr val="dk1"/>
                          </ns1:solidFill>
                          <ns1:latin typeface="Times New Roman" pitchFamily="18" charset="0"/>
                          <ns1:ea typeface="+mn-ea"/>
                          <ns1:cs typeface="Times New Roman" pitchFamily="18" charset="0"/>
                        </ns1:rPr>
                        <ns1:t>10 to 50 microns.</ns1:t>
                      </ns1:r>
                      <ns1:r>
                        <ns1:rPr lang="en-US" sz="1400" dirty="0">
                          <ns1:latin typeface="Times New Roman" pitchFamily="18" charset="0"/>
                          <ns1:cs typeface="Times New Roman" pitchFamily="18" charset="0"/>
                        </ns1:rPr>
                        <ns1:t/>
                      </ns1:r>
                      <ns1:endParaRPr lang="en-US" sz="1100" dirty="0">
                        <ns1:latin typeface="Times New Roman" pitchFamily="18" charset="0"/>
                        <ns1:ea typeface="Times New Roman"/>
                        <ns1:cs typeface="Times New Roman" pitchFamily="18" charset="0"/>
                      </ns1:endParaRPr>
                    </ns1:p>
                  </ns1:txBody>
                  <ns1:tcPr marL="0" marR="0" marT="0" marB="0"/>
                </ns1:tc>
                <ns1:extLst>
                  <ns1:ext uri="{0D108BD9-81ED-4DB2-BD59-A6C34878D82A}">
                    <ns3:rowId val="10004"/>
                  </ns1:ext>
                </ns1:extLst>
              </ns1:tr>
            </ns1:tbl>
          </ns1:graphicData>
        </ns1:graphic>
      </ns0:graphicFrame>
    </ns0:spTree>
    <ns0:extLst>
      <ns0:ext uri="{BB962C8B-B14F-4D97-AF65-F5344CB8AC3E}">
        <ns2:creationId val="4072832710"/>
      </ns0:ext>
    </ns0:extLst>
  </ns0:cSld>
  <ns0:clrMapOvr>
    <ns1:masterClrMapping/>
  </ns0:clrMapOvr>
  <ns4:AlternateContent>
    <ns4:Choice Requires="p14">
      <ns0:transition spd="slow" ns2:dur="1250">
        <ns0:checker/>
      </ns0:transition>
    </ns4:Choice>
    <ns4:Fallback>
      <ns0:transition spd="slow">
        <ns0:checker/>
      </ns0:transition>
    </ns4:Fallback>
  </ns4:AlternateContent>
</ns0:sld>
</file>

<file path=ppt/slides/slide7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xmlns:ns4="http://schemas.microsoft.com/office/powerpoint/2010/main" xmlns:ns5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381000" y="-200025"/>
            <ns1:ext cx="4419600" cy="1162050"/>
          </ns1:xfrm>
        </ns0:spPr>
        <ns0:txBody>
          <ns1:bodyPr/>
          <ns1:lstStyle/>
          <ns1:p>
            <ns1:pPr marL="0" indent="0">
              <ns1:buNone/>
            </ns1:pPr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Flange / Concrete Shaft</ns1:t>
            </ns1:r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sz="half" idx="2"/>
          </ns0:nvPr>
        </ns0:nvSpPr>
        <ns0:spPr>
          <ns1:xfrm>
            <ns1:off x="457200" y="1447800"/>
            <ns1:ext cx="2743200" cy="4572000"/>
          </ns1:xfrm>
        </ns0:spPr>
        <ns0:txBody>
          <ns1:bodyPr/>
          <ns1:lstStyle/>
          <ns1:p>
            <ns1:r>
              <ns1:rPr lang="en-US" sz="18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Capacity-</ns1:t>
            </ns1:r>
          </ns1:p>
          <ns1:p>
            <ns1:endParaRPr lang="en-US" sz="1800" b="1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pPr marL="171450" indent="-171450">
              <ns1:buFont typeface="Wingdings" panose="05000000000000000000" pitchFamily="2" charset="2"/>
              <ns1:buChar char="Ø"/>
            </ns1:pPr>
            <ns1:r>
              <ns1:rPr lang="en-US" b="1" u="sng" dirty="0">
                <ns1:latin typeface="Times New Roman" panose="02020603050405020304" pitchFamily="18" charset="0"/>
                <ns1:cs typeface="Times New Roman" pitchFamily="18" charset="0"/>
              </ns1:rPr>
              <ns1:t>Machining-</ns1:t>
            </ns1:r>
            <ns1:r>
              <ns1:rPr lang="en-US" dirty="0">
                <ns1:latin typeface="Times New Roman" pitchFamily="18" charset="0"/>
                <ns1:cs typeface="Times New Roman" pitchFamily="18" charset="0"/>
              </ns1:rPr>
              <ns1:t>50 mm to 1500 mm in diameter up to 8000 mm length</ns1:t>
            </ns1:r>
          </ns1:p>
          <ns1:p>
            <ns1:pPr marL="171450" indent="-171450">
              <ns1:buFont typeface="Wingdings" panose="05000000000000000000" pitchFamily="2" charset="2"/>
              <ns1:buChar char="Ø"/>
            </ns1:pPr>
            <ns1:endParaRPr lang="en-US" dirty="0">
              <ns1:latin typeface="Times New Roman" pitchFamily="18" charset="0"/>
              <ns1:cs typeface="Times New Roman" pitchFamily="18" charset="0"/>
            </ns1:endParaRPr>
          </ns1:p>
          <ns1:p>
            <ns1:pPr marL="171450" indent="-171450">
              <ns1:buFont typeface="Wingdings" panose="05000000000000000000" pitchFamily="2" charset="2"/>
              <ns1:buChar char="Ø"/>
            </ns1:pPr>
            <ns1:r>
              <ns1:rPr lang="en-US" b="1" u="sng" dirty="0">
                <ns1:latin typeface="Times New Roman" panose="02020603050405020304" pitchFamily="18" charset="0"/>
                <ns1:cs typeface="Times New Roman" pitchFamily="18" charset="0"/>
              </ns1:rPr>
              <ns1:t>Grinding –</ns1:t>
            </ns1:r>
            <ns1:r>
              <ns1:rPr lang="en-US" b="1" dirty="0">
                <ns1:latin typeface="Times New Roman" panose="02020603050405020304" pitchFamily="18" charset="0"/>
                <ns1:cs typeface="Times New Roman" pitchFamily="18" charset="0"/>
              </ns1:rPr>
              <ns1:t> </ns1:t>
            </ns1:r>
            <ns1:r>
              <ns1:rPr lang="en-US" dirty="0">
                <ns1:latin typeface="Times New Roman" panose="02020603050405020304" pitchFamily="18" charset="0"/>
                <ns1:cs typeface="Times New Roman" pitchFamily="18" charset="0"/>
              </ns1:rPr>
              <ns1:t>50 mm to 800 mm diameter  up to 6500 mm length</ns1:t>
            </ns1:r>
          </ns1:p>
          <ns1:p>
            <ns1:endParaRPr lang="en-US" dirty="0">
              <ns1:latin typeface="Times New Roman" panose="02020603050405020304" pitchFamily="18" charset="0"/>
              <ns1:cs typeface="Times New Roman" pitchFamily="18" charset="0"/>
            </ns1:endParaRPr>
          </ns1:p>
        </ns0:txBody>
      </ns0:sp>
      <ns0:pic>
        <ns0:nvPicPr>
          <ns0:cNvPr id="3075" name="Picture 3"/>
          <ns0:cNvPicPr>
            <ns1:picLocks noChangeAspect="1" noChangeArrowheads="1"/>
          </ns0:cNvPicPr>
          <ns0:nvPr/>
        </ns0:nvPicPr>
        <ns0:blipFill>
          <ns1:blip ns2:embed="rId2">
            <ns1:extLst>
              <ns1:ext uri="{BEBA8EAE-BF5A-486C-A8C5-ECC9F3942E4B}">
                <ns3:imgProps>
                  <ns3:imgLayer ns2:embed="rId3">
                    <ns3:imgEffect>
                      <ns3:backgroundRemoval t="9220" b="89362" l="7601" r="96622">
                        <ns3:foregroundMark x1="18581" y1="15603" x2="20946" y2="11348"/>
                        <ns3:foregroundMark x1="96469" y1="53546" x2="96622" y2="53901"/>
                        <ns3:foregroundMark x1="90034" y1="38652" x2="96469" y2="53546"/>
                        <ns3:foregroundMark x1="96202" y1="54965" x2="91723" y2="66312"/>
                        <ns3:foregroundMark x1="96622" y1="53901" x2="96202" y2="54965"/>
                        <ns3:foregroundMark x1="17230" y1="88298" x2="23818" y2="89007"/>
                        <ns3:foregroundMark x1="9966" y1="26241" x2="8615" y2="64184"/>
                        <ns3:foregroundMark x1="8615" y1="64184" x2="9628" y2="69858"/>
                        <ns3:foregroundMark x1="8277" y1="43262" x2="7601" y2="44681"/>
                        <ns3:foregroundMark x1="16554" y1="13475" x2="16892" y2="12411"/>
                        <ns3:foregroundMark x1="7601" y1="40426" x2="8446" y2="56738"/>
                        <ns3:backgroundMark x1="96791" y1="53901" x2="96791" y2="53901"/>
                        <ns3:backgroundMark x1="96791" y1="53901" x2="96791" y2="53901"/>
                        <ns3:backgroundMark x1="96453" y1="53546" x2="96453" y2="53546"/>
                        <ns3:backgroundMark x1="96453" y1="54965" x2="96453" y2="54965"/>
                      </ns3:backgroundRemoval>
                    </ns3:imgEffect>
                  </ns3:imgLayer>
                </ns3:imgProps>
              </ns1:ext>
            </ns1:extLst>
          </ns1:blip>
          <ns1:srcRect/>
          <ns1:stretch>
            <ns1:fillRect/>
          </ns1:stretch>
        </ns0:blipFill>
        <ns0:spPr bwMode="auto">
          <ns1:xfrm>
            <ns1:off x="2469631" y="3200400"/>
            <ns1:ext cx="6674369" cy="3319414"/>
          </ns1:xfrm>
          <ns1:prstGeom prst="rect">
            <ns1:avLst/>
          </ns1:prstGeom>
          <ns1:noFill/>
          <ns1:ln w="9525">
            <ns1:noFill/>
            <ns1:miter lim="800000"/>
            <ns1:headEnd/>
            <ns1:tailEnd/>
          </ns1:ln>
          <ns1:effectLst/>
        </ns0:spPr>
      </ns0:pic>
    </ns0:spTree>
    <ns0:extLst>
      <ns0:ext uri="{BB962C8B-B14F-4D97-AF65-F5344CB8AC3E}">
        <ns4:creationId val="436602221"/>
      </ns0:ext>
    </ns0:extLst>
  </ns0:cSld>
  <ns0:clrMapOvr>
    <ns1:masterClrMapping/>
  </ns0:clrMapOvr>
  <ns5:AlternateContent>
    <ns5:Choice Requires="p14">
      <ns0:transition spd="slow" ns4:dur="1250">
        <ns0:checker/>
      </ns0:transition>
    </ns5:Choice>
    <ns5:Fallback>
      <ns0:transition spd="slow">
        <ns0:checker/>
      </ns0:transition>
    </ns5:Fallback>
  </ns5:AlternateContent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457200" y="-304800"/>
            <ns1:ext cx="3636085" cy="1258493"/>
          </ns1:xfrm>
        </ns0:spPr>
        <ns0:txBody>
          <ns1:bodyPr/>
          <ns1:lstStyle/>
          <ns1:p>
            <ns1:pPr marL="0" indent="0">
              <ns1:buNone/>
            </ns1:pPr>
            <ns1:r>
              <ns1:rPr lang="en-US" sz="3600" dirty="0"/>
              <ns1:t>Shaft</ns1:t>
            </ns1:r>
            <ns1:endParaRPr lang="en-US" dirty="0"/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sz="half" idx="2"/>
          </ns0:nvPr>
        </ns0:nvSpPr>
        <ns0:spPr>
          <ns1:xfrm>
            <ns1:off x="457200" y="1548580"/>
            <ns1:ext cx="2743200" cy="3962400"/>
          </ns1:xfrm>
        </ns0:spPr>
        <ns0:txBody>
          <ns1:bodyPr/>
          <ns1:lstStyle/>
          <ns1:p>
            <ns1:r>
              <ns1:rPr lang="en-US" sz="1800" b="1" dirty="0"/>
              <ns1:t>Capacity-</ns1:t>
            </ns1:r>
          </ns1:p>
          <ns1:p>
            <ns1:endParaRPr lang="en-US" sz="1800" b="1" dirty="0"/>
          </ns1:p>
          <ns1:p>
            <ns1:pPr marL="171450" indent="-171450">
              <ns1:buFont typeface="Wingdings" panose="05000000000000000000" pitchFamily="2" charset="2"/>
              <ns1:buChar char="Ø"/>
            </ns1:pPr>
            <ns1:r>
              <ns1:rPr lang="en-US" b="1" u="sng" dirty="0">
                <ns1:latin typeface="Times New Roman" pitchFamily="18" charset="0"/>
                <ns1:cs typeface="Times New Roman" pitchFamily="18" charset="0"/>
              </ns1:rPr>
              <ns1:t>Machining-</ns1:t>
            </ns1:r>
            <ns1:r>
              <ns1:rPr lang="en-US" dirty="0">
                <ns1:latin typeface="Times New Roman" pitchFamily="18" charset="0"/>
                <ns1:cs typeface="Times New Roman" pitchFamily="18" charset="0"/>
              </ns1:rPr>
              <ns1:t>50 mm to 1500 mm in diameter up to 8000 mm length</ns1:t>
            </ns1:r>
          </ns1:p>
          <ns1:p>
            <ns1:pPr marL="171450" indent="-171450">
              <ns1:buFont typeface="Wingdings" panose="05000000000000000000" pitchFamily="2" charset="2"/>
              <ns1:buChar char="Ø"/>
            </ns1:pPr>
            <ns1:endParaRPr lang="en-US" dirty="0">
              <ns1:latin typeface="Times New Roman" pitchFamily="18" charset="0"/>
              <ns1:cs typeface="Times New Roman" pitchFamily="18" charset="0"/>
            </ns1:endParaRPr>
          </ns1:p>
          <ns1:p>
            <ns1:pPr marL="171450" indent="-171450">
              <ns1:buFont typeface="Wingdings" panose="05000000000000000000" pitchFamily="2" charset="2"/>
              <ns1:buChar char="Ø"/>
            </ns1:pPr>
            <ns1:r>
              <ns1:rPr lang="en-US" b="1" u="sng" dirty="0">
                <ns1:latin typeface="Times New Roman" pitchFamily="18" charset="0"/>
                <ns1:cs typeface="Times New Roman" pitchFamily="18" charset="0"/>
              </ns1:rPr>
              <ns1:t>Grinding –</ns1:t>
            </ns1:r>
            <ns1:r>
              <ns1:rPr lang="en-US" b="1" dirty="0">
                <ns1:latin typeface="Times New Roman" pitchFamily="18" charset="0"/>
                <ns1:cs typeface="Times New Roman" pitchFamily="18" charset="0"/>
              </ns1:rPr>
              <ns1:t> </ns1:t>
            </ns1:r>
            <ns1:r>
              <ns1:rPr lang="en-US" dirty="0">
                <ns1:latin typeface="Times New Roman" pitchFamily="18" charset="0"/>
                <ns1:cs typeface="Times New Roman" pitchFamily="18" charset="0"/>
              </ns1:rPr>
              <ns1:t>50 mm to 800 mm diameter  up to 6500 mm length</ns1:t>
            </ns1:r>
          </ns1:p>
          <ns1:p>
            <ns1:endParaRPr lang="en-US" dirty="0"/>
          </ns1:p>
          <ns1:p>
            <ns1:endParaRPr lang="en-US" dirty="0"/>
          </ns1:p>
        </ns0:txBody>
      </ns0:sp>
      <ns0:pic>
        <ns0:nvPicPr>
          <ns0:cNvPr id="14" name="Content Placeholder 13">
            <ns1:extLst>
              <ns1:ext uri="{FF2B5EF4-FFF2-40B4-BE49-F238E27FC236}">
                <ns2:creationId id="{B5212AEF-E536-4F54-7A4F-B5E9CFDFEE7B}"/>
              </ns1:ext>
            </ns1:extLst>
          </ns0:cNvPr>
          <ns0:cNvPicPr>
            <ns1:picLocks noGrp="1" noChangeAspect="1"/>
          </ns0:cNvPicPr>
          <ns0:nvPr>
            <ns0:ph idx="1"/>
          </ns0:nvPr>
        </ns0:nvPicPr>
        <ns0:blipFill>
          <ns1:blip ns3:embed="rId2" cstate="print">
            <ns1:extLst>
              <ns1:ext uri="{28A0092B-C50C-407E-A947-70E740481C1C}">
                <ns4:useLocalDpi val="0"/>
              </ns1:ext>
            </ns1:extLst>
          </ns1:blip>
          <ns1:srcRect r="7868"/>
          <ns1:stretch>
            <ns1:fillRect/>
          </ns1:stretch>
        </ns0:blipFill>
        <ns0:spPr>
          <ns1:xfrm>
            <ns1:off x="5434584" y="228600"/>
            <ns1:ext cx="3276600" cy="4873625"/>
          </ns1:xfrm>
        </ns0:spPr>
      </ns0:pic>
      <ns0:pic>
        <ns0:nvPicPr>
          <ns0:cNvPr id="16" name="Picture 15">
            <ns1:extLst>
              <ns1:ext uri="{FF2B5EF4-FFF2-40B4-BE49-F238E27FC236}">
                <ns2:creationId id="{F9E9C4AA-8CBF-B2F8-7523-DE6ABA638CB9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 cstate="print">
            <ns1:extLst>
              <ns1:ext uri="{28A0092B-C50C-407E-A947-70E740481C1C}">
                <ns4:useLocalDpi val="0"/>
              </ns1:ext>
            </ns1:extLst>
          </ns1:blip>
          <ns1:srcRect b="8871"/>
          <ns1:stretch>
            <ns1:fillRect/>
          </ns1:stretch>
        </ns0:blipFill>
        <ns0:spPr>
          <ns1:xfrm>
            <ns1:off x="228600" y="3886200"/>
            <ns1:ext cx="4876800" cy="2539547"/>
          </ns1:xfrm>
          <ns1:prstGeom prst="rect">
            <ns1:avLst/>
          </ns1:prstGeom>
        </ns0:spPr>
      </ns0:pic>
    </ns0:spTree>
    <ns0:extLst>
      <ns0:ext uri="{BB962C8B-B14F-4D97-AF65-F5344CB8AC3E}">
        <ns5:creationId val="1346371715"/>
      </ns0:ext>
    </ns0:extLst>
  </ns0:cSld>
  <ns0:clrMapOvr>
    <ns1:masterClrMapping/>
  </ns0:clrMapOvr>
  <ns6:AlternateContent>
    <ns6:Choice Requires="p14">
      <ns0:transition spd="slow" ns5:dur="1250">
        <ns0:checker/>
      </ns0:transition>
    </ns6:Choice>
    <ns6:Fallback>
      <ns0:transition spd="slow">
        <ns0:checker/>
      </ns0:transition>
    </ns6:Fallback>
  </ns6:AlternateContent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5FB5EE68-DF6D-AAB5-539B-AA90445DB864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 fontScale="90000"/>
          </ns1:bodyPr>
          <ns1:lstStyle/>
          <ns1:p>
            <ns1:pPr algn="ctr"/>
            <ns1:r>
              <ns1:rPr lang="en-IN" sz="4900" b="1" dirty="0"/>
              <ns1:t>SPECIAL SHAFTS</ns1:t>
            </ns1:r>
            <ns1:r>
              <ns1:rPr lang="en-IN" dirty="0"/>
              <ns1:t/>
            </ns1:r>
            <ns1:br>
              <ns1:rPr lang="en-IN" dirty="0"/>
            </ns1:br>
            <ns1:r>
              <ns1:rPr lang="en-IN" dirty="0"/>
              <ns1:t> </ns1:t>
            </ns1:r>
          </ns1:p>
        </ns0:txBody>
      </ns0:sp>
      <ns0:pic>
        <ns0:nvPicPr>
          <ns0:cNvPr id="6" name="Content Placeholder 5">
            <ns1:extLst>
              <ns1:ext uri="{FF2B5EF4-FFF2-40B4-BE49-F238E27FC236}">
                <ns2:creationId id="{A440A519-97FE-BDF4-DD6B-96F203FEB444}"/>
              </ns1:ext>
            </ns1:extLst>
          </ns0:cNvPr>
          <ns0:cNvPicPr>
            <ns1:picLocks noGrp="1" noChangeAspect="1"/>
          </ns0:cNvPicPr>
          <ns0:nvPr>
            <ns0:ph idx="1"/>
          </ns0:nvPr>
        </ns0:nvPicPr>
        <ns0:blipFill>
          <ns1:blip ns3:embed="rId2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5564983" y="407731"/>
            <ns1:ext cx="3398927" cy="6042537"/>
          </ns1:xfrm>
          <ns1:prstGeom prst="rect">
            <ns1:avLst/>
          </ns1:prstGeom>
        </ns0:spPr>
      </ns0:pic>
      <ns0:sp>
        <ns0:nvSpPr>
          <ns0:cNvPr id="4" name="Text Placeholder 3">
            <ns1:extLst>
              <ns1:ext uri="{FF2B5EF4-FFF2-40B4-BE49-F238E27FC236}">
                <ns2:creationId id="{E19EB60D-19BD-EE2D-A35E-762F56997C04}"/>
              </ns1:ext>
            </ns1:extLst>
          </ns0:cNvPr>
          <ns0:cNvSpPr>
            <ns1:spLocks noGrp="1"/>
          </ns0:cNvSpPr>
          <ns0:nvPr>
            <ns0:ph type="body" sz="half" idx="2"/>
          </ns0:nvPr>
        </ns0:nvSpPr>
        <ns0:spPr>
          <ns1:xfrm>
            <ns1:off x="629840" y="2057400"/>
            <ns1:ext cx="4323159" cy="3811588"/>
          </ns1:xfrm>
        </ns0:spPr>
        <ns0:txBody>
          <ns1:bodyPr>
            <ns1:normAutofit/>
          </ns1:bodyPr>
          <ns1:lstStyle/>
          <ns1:p>
            <ns1:r>
              <ns1:rPr lang="en-IN" sz="2400" dirty="0"/>
              <ns1:t>SHAFT DIMENSIONS</ns1:t>
            </ns1:r>
          </ns1:p>
          <ns1:p>
            <ns1:endParaRPr lang="en-IN" sz="2400" dirty="0"/>
          </ns1:p>
          <ns1:p>
            <ns1:pPr marL="342900" indent="-342900">
              <ns1:buFont typeface="Arial" panose="020B0604020202020204" pitchFamily="34" charset="0"/>
              <ns1:buChar char="•"/>
            </ns1:pPr>
            <ns1:r>
              <ns1:rPr lang="en-IN" sz="2400" dirty="0">
                <ns1:solidFill>
                  <ns1:srgbClr val="FF0000"/>
                </ns1:solidFill>
              </ns1:rPr>
              <ns1:t>DIAMETER: 400 mm</ns1:t>
            </ns1:r>
          </ns1:p>
          <ns1:p>
            <ns1:pPr marL="342900" indent="-342900">
              <ns1:buFont typeface="Arial" panose="020B0604020202020204" pitchFamily="34" charset="0"/>
              <ns1:buChar char="•"/>
            </ns1:pPr>
            <ns1:r>
              <ns1:rPr lang="en-IN" sz="2400" dirty="0">
                <ns1:solidFill>
                  <ns1:srgbClr val="FF0000"/>
                </ns1:solidFill>
              </ns1:rPr>
              <ns1:t>LENGTH: 9500 mm</ns1:t>
            </ns1:r>
          </ns1:p>
          <ns1:p>
            <ns1:pPr marL="342900" indent="-342900">
              <ns1:buFont typeface="Arial" panose="020B0604020202020204" pitchFamily="34" charset="0"/>
              <ns1:buChar char="•"/>
            </ns1:pPr>
            <ns1:r>
              <ns1:rPr lang="en-IN" sz="2400" dirty="0">
                <ns1:solidFill>
                  <ns1:srgbClr val="FF0000"/>
                </ns1:solidFill>
              </ns1:rPr>
              <ns1:t>THREAD LENGTH: 390 mm</ns1:t>
            </ns1:r>
            <ns1:endParaRPr lang="en-IN" sz="2000" dirty="0">
              <ns1:solidFill>
                <ns1:srgbClr val="FF0000"/>
              </ns1:solidFill>
            </ns1:endParaRPr>
          </ns1:p>
        </ns0:txBody>
      </ns0:sp>
    </ns0:spTree>
    <ns0:extLst>
      <ns0:ext uri="{BB962C8B-B14F-4D97-AF65-F5344CB8AC3E}">
        <ns5:creationId val="2834013428"/>
      </ns0:ext>
    </ns0:extLst>
  </ns0:cSld>
  <ns0:clrMapOvr>
    <ns1:masterClrMapping/>
  </ns0:clrMapOvr>
  <ns6:AlternateContent>
    <ns6:Choice Requires="p14">
      <ns0:transition spd="slow" ns5:dur="1250">
        <ns0:checker/>
      </ns0:transition>
    </ns6:Choice>
    <ns6:Fallback>
      <ns0:transition spd="slow">
        <ns0:checker/>
      </ns0:transition>
    </ns6:Fallback>
  </ns6:AlternateContent>
</ns0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A4FF5D-D776-F2D7-AA93-D2DB6CE1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SHAFTS PHOTOGRAPH</a:t>
            </a:r>
            <a:br>
              <a:rPr lang="en-IN" sz="3200" b="1" dirty="0"/>
            </a:br>
            <a:r>
              <a:rPr lang="en-IN" sz="3200" b="1" dirty="0"/>
              <a:t>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0AA4CE4B-C322-8B12-2758-7FCFEFC5CE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963" y="76200"/>
            <a:ext cx="2330846" cy="31077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B64F55F-A690-3CD7-F911-EFA0EE0421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67" y="1975090"/>
            <a:ext cx="2219348" cy="48067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3F9AEABB-F537-F50C-4BE0-368A1360C3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801" y="3662400"/>
            <a:ext cx="2339550" cy="3119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D8F5A781-1CBC-6F32-FCC7-3BA9AB20D9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009" y="3327400"/>
            <a:ext cx="2590800" cy="3454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A57F56A2-3D82-EAD7-EA97-54550B18EE8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753" y="76200"/>
            <a:ext cx="2635647" cy="351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4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E29B9E68-B354-3E98-E3BA-AACF067AB08E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 fontScale="90000"/>
          </ns1:bodyPr>
          <ns1:lstStyle/>
          <ns1:p>
            <ns1:r>
              <ns1:rPr lang="en-IN" sz="4000" b="1" dirty="0"/>
              <ns1:t>SPECIAL GRADE MATERIAL </ns1:t>
            </ns1:r>
          </ns1:p>
        </ns0:txBody>
      </ns0:sp>
      <ns0:pic>
        <ns0:nvPicPr>
          <ns0:cNvPr id="6" name="Content Placeholder 5">
            <ns1:extLst>
              <ns1:ext uri="{FF2B5EF4-FFF2-40B4-BE49-F238E27FC236}">
                <ns2:creationId id="{35372EEB-C44F-6E01-99D1-882AAE91C49E}"/>
              </ns1:ext>
            </ns1:extLst>
          </ns0:cNvPr>
          <ns0:cNvPicPr>
            <ns1:picLocks noGrp="1" noChangeAspect="1"/>
          </ns0:cNvPicPr>
          <ns0:nvPr>
            <ns0:ph idx="1"/>
          </ns0:nvPr>
        </ns0:nvPicPr>
        <ns0:blipFill>
          <ns1:blip ns3:embed="rId2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4477416" y="757502"/>
            <ns1:ext cx="4007246" cy="5342996"/>
          </ns1:xfrm>
          <ns1:prstGeom prst="rect">
            <ns1:avLst/>
          </ns1:prstGeom>
        </ns0:spPr>
      </ns0:pic>
      <ns0:sp>
        <ns0:nvSpPr>
          <ns0:cNvPr id="4" name="Text Placeholder 3">
            <ns1:extLst>
              <ns1:ext uri="{FF2B5EF4-FFF2-40B4-BE49-F238E27FC236}">
                <ns2:creationId id="{403654B1-8EA8-D288-444A-60959404AB18}"/>
              </ns1:ext>
            </ns1:extLst>
          </ns0:cNvPr>
          <ns0:cNvSpPr>
            <ns1:spLocks noGrp="1"/>
          </ns0:cNvSpPr>
          <ns0:nvPr>
            <ns0:ph type="body" sz="half" idx="2"/>
          </ns0:nvPr>
        </ns0:nvSpPr>
        <ns0:spPr>
          <ns1:xfrm>
            <ns1:off x="629840" y="2057400"/>
            <ns1:ext cx="4399359" cy="3811588"/>
          </ns1:xfrm>
        </ns0:spPr>
        <ns0:txBody>
          <ns1:bodyPr>
            <ns1:normAutofit/>
          </ns1:bodyPr>
          <ns1:lstStyle/>
          <ns1:p>
            <ns1:pPr marL="285750" indent="-285750">
              <ns1:buFont typeface="Arial" panose="020B0604020202020204" pitchFamily="34" charset="0"/>
              <ns1:buChar char="•"/>
            </ns1:pPr>
            <ns1:r>
              <ns1:rPr lang="en-IN" sz="2000" b="1" dirty="0">
                <ns1:solidFill>
                  <ns1:srgbClr val="FF0000"/>
                </ns1:solidFill>
              </ns1:rPr>
              <ns1:t>DIAMETER: 200 mm</ns1:t>
            </ns1:r>
          </ns1:p>
          <ns1:p>
            <ns1:pPr marL="285750" indent="-285750">
              <ns1:buFont typeface="Arial" panose="020B0604020202020204" pitchFamily="34" charset="0"/>
              <ns1:buChar char="•"/>
            </ns1:pPr>
            <ns1:r>
              <ns1:rPr lang="en-IN" sz="2000" b="1" dirty="0">
                <ns1:solidFill>
                  <ns1:srgbClr val="FF0000"/>
                </ns1:solidFill>
              </ns1:rPr>
              <ns1:t>LENGTH: 4882 mm</ns1:t>
            </ns1:r>
          </ns1:p>
          <ns1:p>
            <ns1:pPr marL="285750" indent="-285750">
              <ns1:buFont typeface="Arial" panose="020B0604020202020204" pitchFamily="34" charset="0"/>
              <ns1:buChar char="•"/>
            </ns1:pPr>
            <ns1:r>
              <ns1:rPr lang="en-IN" sz="2000" b="1" dirty="0">
                <ns1:solidFill>
                  <ns1:srgbClr val="FF0000"/>
                </ns1:solidFill>
              </ns1:rPr>
              <ns1:t>MATERIAL: X2CrNiMoN 22-5-3</ns1:t>
            </ns1:r>
          </ns1:p>
        </ns0:txBody>
      </ns0:sp>
    </ns0:spTree>
    <ns0:extLst>
      <ns0:ext uri="{BB962C8B-B14F-4D97-AF65-F5344CB8AC3E}">
        <ns5:creationId val="78896601"/>
      </ns0:ext>
    </ns0:extLst>
  </ns0:cSld>
  <ns0:clrMapOvr>
    <ns1:masterClrMapping/>
  </ns0:clrMapOvr>
  <ns6:AlternateContent>
    <ns6:Choice Requires="p14">
      <ns0:transition spd="slow" ns5:dur="1250">
        <ns0:checker/>
      </ns0:transition>
    </ns6:Choice>
    <ns6:Fallback>
      <ns0:transition spd="slow">
        <ns0:checker/>
      </ns0:transition>
    </ns6:Fallback>
  </ns6:AlternateContent>
</ns0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152400" y="380998"/>
            <ns1:ext cx="6019800" cy="609602"/>
          </ns1:xfrm>
        </ns0:spPr>
        <ns0:txBody>
          <ns1:bodyPr/>
          <ns1:lstStyle/>
          <ns1:p>
            <ns1:pPr marL="0" indent="0">
              <ns1:buNone/>
            </ns1:pPr>
            <ns1:r>
              <ns1:rPr lang="en-US" sz="3200" dirty="0"/>
              <ns1:t>Sleeve / Muff Coupling / Bushes</ns1:t>
            </ns1:r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sz="half" idx="2"/>
          </ns0:nvPr>
        </ns0:nvSpPr>
        <ns0:spPr>
          <ns1:xfrm>
            <ns1:off x="152400" y="442834"/>
            <ns1:ext cx="4267200" cy="4572000"/>
          </ns1:xfrm>
        </ns0:spPr>
        <ns0:txBody>
          <ns1:bodyPr/>
          <ns1:lstStyle/>
          <ns1:p>
            <ns1:endParaRPr lang="en-US" sz="2400" b="1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r>
              <ns1:rPr lang="en-US" sz="18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Capacity</ns1:t>
            </ns1:r>
            <ns1:r>
              <ns1:rPr lang="en-US" sz="24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-</ns1:t>
            </ns1:r>
          </ns1:p>
          <ns1:p>
            <ns1:endParaRPr lang="en-US" b="1" u="sng" dirty="0">
              <ns1:latin typeface="Times New Roman" pitchFamily="18" charset="0"/>
              <ns1:cs typeface="Times New Roman" pitchFamily="18" charset="0"/>
            </ns1:endParaRPr>
          </ns1:p>
          <ns1:p>
            <ns1:pPr marL="171450" indent="-171450">
              <ns1:buFont typeface="Wingdings" panose="05000000000000000000" pitchFamily="2" charset="2"/>
              <ns1:buChar char="Ø"/>
            </ns1:pPr>
            <ns1:r>
              <ns1:rPr lang="en-US" b="1" u="sng" dirty="0">
                <ns1:latin typeface="Times New Roman" pitchFamily="18" charset="0"/>
                <ns1:cs typeface="Times New Roman" pitchFamily="18" charset="0"/>
              </ns1:rPr>
              <ns1:t>Machining-</ns1:t>
            </ns1:r>
            <ns1:r>
              <ns1:rPr lang="en-US" dirty="0">
                <ns1:latin typeface="Times New Roman" panose="02020603050405020304" pitchFamily="18" charset="0"/>
                <ns1:cs typeface="Times New Roman" pitchFamily="18" charset="0"/>
              </ns1:rPr>
              <ns1:t>50 mm to 1500 mm in diameter</ns1:t>
            </ns1:r>
          </ns1:p>
          <ns1:p>
            <ns1:pPr marL="171450" indent="-171450">
              <ns1:buFont typeface="Wingdings" panose="05000000000000000000" pitchFamily="2" charset="2"/>
              <ns1:buChar char="Ø"/>
            </ns1:pPr>
            <ns1:r>
              <ns1:rPr lang="en-US" b="1" u="sng" dirty="0">
                <ns1:latin typeface="Times New Roman" panose="02020603050405020304" pitchFamily="18" charset="0"/>
                <ns1:cs typeface="Times New Roman" pitchFamily="18" charset="0"/>
              </ns1:rPr>
              <ns1:t>Grinding-</ns1:t>
            </ns1:r>
            <ns1:r>
              <ns1:rPr lang="en-US" dirty="0">
                <ns1:latin typeface="Times New Roman" pitchFamily="18" charset="0"/>
                <ns1:cs typeface="Times New Roman" pitchFamily="18" charset="0"/>
              </ns1:rPr>
              <ns1:t>50 mm to 500 mm internal diameter up to 1000 mm length</ns1:t>
            </ns1:r>
          </ns1:p>
          <ns1:p>
            <ns1:pPr marL="171450" indent="-171450">
              <ns1:buFont typeface="Wingdings" panose="05000000000000000000" pitchFamily="2" charset="2"/>
              <ns1:buChar char="Ø"/>
            </ns1:pPr>
            <ns1:r>
              <ns1:rPr lang="en-US" dirty="0">
                <ns1:latin typeface="Times New Roman" pitchFamily="18" charset="0"/>
                <ns1:cs typeface="Times New Roman" pitchFamily="18" charset="0"/>
              </ns1:rPr>
              <ns1:t>50 mm to 800 mm outer diameter up to 1000 mm length</ns1:t>
            </ns1:r>
          </ns1:p>
          <ns1:p>
            <ns1:pPr marL="171450" indent="-171450">
              <ns1:buFont typeface="Wingdings" panose="05000000000000000000" pitchFamily="2" charset="2"/>
              <ns1:buChar char="Ø"/>
            </ns1:pPr>
            <ns1:r>
              <ns1:rPr lang="en-US" b="1" u="sng" dirty="0">
                <ns1:latin typeface="Times New Roman" panose="02020603050405020304" pitchFamily="18" charset="0"/>
                <ns1:cs typeface="Times New Roman" pitchFamily="18" charset="0"/>
              </ns1:rPr>
              <ns1:t>Internal Key-Way -</ns1:t>
            </ns1:r>
            <ns1:r>
              <ns1:rPr lang="en-US" dirty="0">
                <ns1:latin typeface="Times New Roman" panose="02020603050405020304" pitchFamily="18" charset="0"/>
                <ns1:cs typeface="Times New Roman" pitchFamily="18" charset="0"/>
              </ns1:rPr>
              <ns1:t>1200 mm</ns1:t>
            </ns1:r>
          </ns1:p>
        </ns0:txBody>
      </ns0:sp>
      <ns0:pic>
        <ns0:nvPicPr>
          <ns0:cNvPr id="8" name="Content Placeholder 7">
            <ns1:extLst>
              <ns1:ext uri="{FF2B5EF4-FFF2-40B4-BE49-F238E27FC236}">
                <ns2:creationId id="{2EBD6AD1-25E0-7920-78A0-95B16C7DC214}"/>
              </ns1:ext>
            </ns1:extLst>
          </ns0:cNvPr>
          <ns0:cNvPicPr>
            <ns1:picLocks noGrp="1" noChangeAspect="1"/>
          </ns0:cNvPicPr>
          <ns0:nvPr>
            <ns0:ph idx="1"/>
          </ns0:nvPr>
        </ns0:nvPicPr>
        <ns0:blipFill>
          <ns1:blip ns3:embed="rId2">
            <ns1:extLst>
              <ns1:ext uri="{BEBA8EAE-BF5A-486C-A8C5-ECC9F3942E4B}">
                <ns4:imgProps>
                  <ns4:imgLayer ns3:embed="rId3">
                    <ns4:imgEffect>
                      <ns4:backgroundRemoval t="10000" b="90000" l="10000" r="90000"/>
                    </ns4:imgEffect>
                  </ns4:imgLayer>
                </ns4:imgProps>
              </ns1:ex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3932289" y="2104105"/>
            <ns1:ext cx="5396066" cy="5396066"/>
          </ns1:xfrm>
        </ns0:spPr>
      </ns0:pic>
    </ns0:spTree>
    <ns0:extLst>
      <ns0:ext uri="{BB962C8B-B14F-4D97-AF65-F5344CB8AC3E}">
        <ns5:creationId val="623804987"/>
      </ns0:ext>
    </ns0:extLst>
  </ns0:cSld>
  <ns0:clrMapOvr>
    <ns1:masterClrMapping/>
  </ns0:clrMapOvr>
  <ns6:AlternateContent>
    <ns6:Choice Requires="p14">
      <ns0:transition spd="slow" ns5:dur="1250">
        <ns0:checker/>
      </ns0:transition>
    </ns6:Choice>
    <ns6:Fallback>
      <ns0:transition spd="slow">
        <ns0:checker/>
      </ns0:transition>
    </ns6:Fallback>
  </ns6:AlternateContent>
</ns0:sld>
</file>

<file path=ppt/slides/slide1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533400" y="-36871"/>
            <ns1:ext cx="2743200" cy="1162050"/>
          </ns1:xfrm>
        </ns0:spPr>
        <ns0:txBody>
          <ns1:bodyPr/>
          <ns1:lstStyle/>
          <ns1:p>
            <ns1:pPr marL="0" indent="0">
              <ns1:buNone/>
            </ns1:pPr>
            <ns1:r>
              <ns1:rPr lang="en-US" sz="3200" dirty="0"/>
              <ns1:t>Lock Nut</ns1:t>
            </ns1:r>
            <ns1:r>
              <ns1:rPr lang="en-US" sz="3200" b="1" dirty="0"/>
              <ns1:t> </ns1:t>
            </ns1:r>
            <ns1:r>
              <ns1:rPr lang="en-US" sz="3200" dirty="0"/>
              <ns1:t/>
            </ns1:r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sz="half" idx="2"/>
          </ns0:nvPr>
        </ns0:nvSpPr>
        <ns0:spPr>
          <ns1:xfrm>
            <ns1:off x="685800" y="1447800"/>
            <ns1:ext cx="3505200" cy="4191000"/>
          </ns1:xfrm>
        </ns0:spPr>
        <ns0:txBody>
          <ns1:bodyPr/>
          <ns1:lstStyle/>
          <ns1:p>
            <ns1:endParaRPr lang="en-US" sz="1800" b="1" dirty="0"/>
          </ns1:p>
          <ns1:p>
            <ns1:r>
              <ns1:rPr lang="en-US" sz="1800" b="1" dirty="0"/>
              <ns1:t>Capacity-</ns1:t>
            </ns1:r>
          </ns1:p>
          <ns1:p>
            <ns1:pPr marL="171450" indent="-171450">
              <ns1:buFont typeface="Wingdings" panose="05000000000000000000" pitchFamily="2" charset="2"/>
              <ns1:buChar char="Ø"/>
            </ns1:pPr>
            <ns1:r>
              <ns1:rPr lang="en-US" b="1" u="sng" dirty="0">
                <ns1:latin typeface="Times New Roman" pitchFamily="18" charset="0"/>
                <ns1:cs typeface="Times New Roman" pitchFamily="18" charset="0"/>
              </ns1:rPr>
              <ns1:t>Machining-</ns1:t>
            </ns1:r>
            <ns1:r>
              <ns1:rPr lang="en-US" dirty="0">
                <ns1:latin typeface="Times New Roman" pitchFamily="18" charset="0"/>
                <ns1:cs typeface="Times New Roman" pitchFamily="18" charset="0"/>
              </ns1:rPr>
              <ns1:t>30 mm to 750 mm in diameter</ns1:t>
            </ns1:r>
          </ns1:p>
          <ns1:p>
            <ns1:pPr marL="171450" indent="-171450">
              <ns1:buFont typeface="Wingdings" panose="05000000000000000000" pitchFamily="2" charset="2"/>
              <ns1:buChar char="Ø"/>
            </ns1:pPr>
            <ns1:r>
              <ns1:rPr lang="en-US" b="1" u="sng" dirty="0">
                <ns1:latin typeface="Times New Roman" pitchFamily="18" charset="0"/>
                <ns1:cs typeface="Times New Roman" pitchFamily="18" charset="0"/>
              </ns1:rPr>
              <ns1:t>Threading -</ns1:t>
            </ns1:r>
            <ns1:r>
              <ns1:rPr lang="en-US" dirty="0">
                <ns1:latin typeface="Times New Roman" pitchFamily="18" charset="0"/>
                <ns1:cs typeface="Times New Roman" pitchFamily="18" charset="0"/>
              </ns1:rPr>
              <ns1:t>1 mm to 120 mm pitch (metric)</ns1:t>
            </ns1:r>
          </ns1:p>
          <ns1:p>
            <ns1:endParaRPr lang="en-US" dirty="0"/>
          </ns1:p>
        </ns0:txBody>
      </ns0:sp>
      <ns0:pic>
        <ns0:nvPicPr>
          <ns0:cNvPr id="7" name="Content Placeholder 6">
            <ns1:extLst>
              <ns1:ext uri="{FF2B5EF4-FFF2-40B4-BE49-F238E27FC236}">
                <ns2:creationId id="{E5C6DF71-2658-458E-6E35-D95CE08F9B19}"/>
              </ns1:ext>
            </ns1:extLst>
          </ns0:cNvPr>
          <ns0:cNvPicPr>
            <ns1:picLocks noGrp="1" noChangeAspect="1"/>
          </ns0:cNvPicPr>
          <ns0:nvPr>
            <ns0:ph idx="1"/>
          </ns0:nvPr>
        </ns0:nvPicPr>
        <ns0:blipFill>
          <ns1:blip ns3:embed="rId2">
            <ns1:extLst>
              <ns1:ext uri="{BEBA8EAE-BF5A-486C-A8C5-ECC9F3942E4B}">
                <ns4:imgProps>
                  <ns4:imgLayer ns3:embed="rId3">
                    <ns4:imgEffect>
                      <ns4:backgroundRemoval t="3585" b="97610" l="4271" r="97292">
                        <ns4:foregroundMark x1="58854" y1="13511" x2="42604" y2="19301"/>
                        <ns4:foregroundMark x1="42604" y1="19301" x2="20833" y2="37500"/>
                        <ns4:foregroundMark x1="20833" y1="37500" x2="14063" y2="52114"/>
                        <ns4:foregroundMark x1="14063" y1="52114" x2="16354" y2="57904"/>
                        <ns4:foregroundMark x1="25208" y1="19945" x2="50625" y2="12132"/>
                        <ns4:foregroundMark x1="50625" y1="12132" x2="63438" y2="11765"/>
                        <ns4:foregroundMark x1="63438" y1="11765" x2="78854" y2="15165"/>
                        <ns4:foregroundMark x1="78854" y1="15165" x2="89167" y2="22794"/>
                        <ns4:foregroundMark x1="89167" y1="22794" x2="95313" y2="37408"/>
                        <ns4:foregroundMark x1="95313" y1="37408" x2="80313" y2="71048"/>
                        <ns4:foregroundMark x1="78021" y1="10570" x2="48021" y2="7721"/>
                        <ns4:foregroundMark x1="9792" y1="53033" x2="9792" y2="60294"/>
                        <ns4:foregroundMark x1="45208" y1="2114" x2="21875" y2="17555"/>
                        <ns4:foregroundMark x1="21875" y1="17555" x2="10000" y2="34375"/>
                        <ns4:foregroundMark x1="10000" y1="34375" x2="7083" y2="57353"/>
                        <ns4:foregroundMark x1="7083" y1="57353" x2="9271" y2="72059"/>
                        <ns4:foregroundMark x1="9271" y1="72059" x2="16563" y2="83456"/>
                        <ns4:foregroundMark x1="16563" y1="83456" x2="26354" y2="90809"/>
                        <ns4:foregroundMark x1="26354" y1="90809" x2="41563" y2="93658"/>
                        <ns4:foregroundMark x1="41563" y1="93658" x2="70417" y2="90809"/>
                        <ns4:foregroundMark x1="70417" y1="90809" x2="86354" y2="74357"/>
                        <ns4:foregroundMark x1="55445" y1="4148" x2="64167" y2="3676"/>
                        <ns4:foregroundMark x1="35313" y1="5239" x2="53231" y2="4268"/>
                        <ns4:foregroundMark x1="64167" y1="3676" x2="67500" y2="3952"/>
                        <ns4:foregroundMark x1="81042" y1="35754" x2="80625" y2="52022"/>
                        <ns4:foregroundMark x1="80625" y1="52022" x2="71771" y2="71507"/>
                        <ns4:foregroundMark x1="8542" y1="29963" x2="4271" y2="41728"/>
                        <ns4:foregroundMark x1="4271" y1="41728" x2="7083" y2="67279"/>
                        <ns4:foregroundMark x1="28229" y1="94026" x2="44792" y2="93199"/>
                        <ns4:foregroundMark x1="44792" y1="93199" x2="61146" y2="93658"/>
                        <ns4:foregroundMark x1="61146" y1="93658" x2="63438" y2="94485"/>
                        <ns4:foregroundMark x1="97292" y1="40074" x2="93854" y2="65074"/>
                        <ns4:foregroundMark x1="93854" y1="65074" x2="80417" y2="84835"/>
                        <ns4:foregroundMark x1="80417" y1="84835" x2="77083" y2="87316"/>
                        <ns4:foregroundMark x1="36667" y1="97335" x2="47500" y2="97610"/>
                        <ns4:backgroundMark x1="54271" y1="4412" x2="54271" y2="4412"/>
                        <ns4:backgroundMark x1="55521" y1="3217" x2="55521" y2="3217"/>
                        <ns4:backgroundMark x1="53333" y1="4136" x2="55313" y2="4320"/>
                        <ns4:backgroundMark x1="45208" y1="42463" x2="46771" y2="44945"/>
                        <ns4:backgroundMark x1="39479" y1="30423" x2="51250" y2="27665"/>
                        <ns4:backgroundMark x1="51250" y1="27665" x2="64167" y2="31893"/>
                        <ns4:backgroundMark x1="64167" y1="31893" x2="72292" y2="41544"/>
                        <ns4:backgroundMark x1="72292" y1="41544" x2="72188" y2="53125"/>
                        <ns4:backgroundMark x1="72188" y1="53125" x2="64896" y2="61949"/>
                        <ns4:backgroundMark x1="64896" y1="61949" x2="53542" y2="67739"/>
                        <ns4:backgroundMark x1="53542" y1="67739" x2="41042" y2="60846"/>
                        <ns4:backgroundMark x1="41042" y1="60846" x2="36354" y2="49173"/>
                        <ns4:backgroundMark x1="36354" y1="49173" x2="39896" y2="30239"/>
                        <ns4:backgroundMark x1="57604" y1="24724" x2="54792" y2="47243"/>
                        <ns4:backgroundMark x1="54792" y1="47243" x2="51042" y2="40901"/>
                        <ns4:backgroundMark x1="28333" y1="47426" x2="33542" y2="66085"/>
                        <ns4:backgroundMark x1="33542" y1="66085" x2="43854" y2="75460"/>
                        <ns4:backgroundMark x1="43854" y1="75460" x2="58646" y2="74724"/>
                        <ns4:backgroundMark x1="58646" y1="74724" x2="65938" y2="65625"/>
                        <ns4:backgroundMark x1="65938" y1="65625" x2="48438" y2="53033"/>
                        <ns4:backgroundMark x1="48438" y1="53033" x2="35938" y2="50827"/>
                        <ns4:backgroundMark x1="35938" y1="50827" x2="30833" y2="47886"/>
                        <ns4:backgroundMark x1="31146" y1="64154" x2="36250" y2="73989"/>
                        <ns4:backgroundMark x1="36250" y1="73989" x2="31875" y2="64063"/>
                        <ns4:backgroundMark x1="31875" y1="64063" x2="31667" y2="63971"/>
                        <ns4:backgroundMark x1="37083" y1="71967" x2="38438" y2="73254"/>
                        <ns4:backgroundMark x1="37188" y1="72426" x2="40938" y2="73529"/>
                        <ns4:backgroundMark x1="49063" y1="28676" x2="30208" y2="47978"/>
                        <ns4:backgroundMark x1="30208" y1="47978" x2="26771" y2="59835"/>
                        <ns4:backgroundMark x1="26771" y1="59835" x2="29375" y2="67004"/>
                        <ns4:backgroundMark x1="35313" y1="39154" x2="31979" y2="53676"/>
                        <ns4:backgroundMark x1="31979" y1="53676" x2="37604" y2="62408"/>
                        <ns4:backgroundMark x1="37604" y1="62408" x2="60938" y2="73805"/>
                        <ns4:backgroundMark x1="60938" y1="73805" x2="70625" y2="65165"/>
                        <ns4:backgroundMark x1="70625" y1="65165" x2="76042" y2="53952"/>
                        <ns4:backgroundMark x1="76042" y1="53952" x2="76146" y2="42739"/>
                        <ns4:backgroundMark x1="76146" y1="42739" x2="68542" y2="33824"/>
                        <ns4:backgroundMark x1="68542" y1="33824" x2="57292" y2="26379"/>
                        <ns4:backgroundMark x1="57292" y1="26379" x2="34375" y2="40257"/>
                        <ns4:backgroundMark x1="48750" y1="37592" x2="46250" y2="48805"/>
                        <ns4:backgroundMark x1="46250" y1="48805" x2="53333" y2="39522"/>
                        <ns4:backgroundMark x1="53333" y1="39522" x2="52604" y2="51563"/>
                        <ns4:backgroundMark x1="52604" y1="51563" x2="54583" y2="46967"/>
                        <ns4:backgroundMark x1="49479" y1="31618" x2="57500" y2="23254"/>
                        <ns4:backgroundMark x1="57500" y1="23254" x2="36250" y2="49449"/>
                        <ns4:backgroundMark x1="36250" y1="49449" x2="49167" y2="41268"/>
                        <ns4:backgroundMark x1="49167" y1="41268" x2="45625" y2="52206"/>
                        <ns4:backgroundMark x1="45625" y1="52206" x2="50313" y2="42739"/>
                        <ns4:backgroundMark x1="50313" y1="42739" x2="44479" y2="51011"/>
                        <ns4:backgroundMark x1="44479" y1="51011" x2="54896" y2="47151"/>
                        <ns4:backgroundMark x1="54896" y1="47151" x2="68854" y2="49724"/>
                        <ns4:backgroundMark x1="68854" y1="49724" x2="74167" y2="41085"/>
                        <ns4:backgroundMark x1="74167" y1="41085" x2="69271" y2="58180"/>
                        <ns4:backgroundMark x1="69271" y1="58180" x2="67500" y2="58824"/>
                        <ns4:backgroundMark x1="53542" y1="36305" x2="51250" y2="37592"/>
                        <ns4:backgroundMark x1="52292" y1="59926" x2="53021" y2="57261"/>
                        <ns4:backgroundMark x1="53021" y1="56801" x2="56667" y2="63419"/>
                        <ns4:backgroundMark x1="47708" y1="56066" x2="56875" y2="61949"/>
                        <ns4:backgroundMark x1="56875" y1="61949" x2="55417" y2="66636"/>
                        <ns4:backgroundMark x1="63438" y1="64982" x2="54271" y2="70221"/>
                        <ns4:backgroundMark x1="64167" y1="64614" x2="57604" y2="74449"/>
                        <ns4:backgroundMark x1="71979" y1="50551" x2="69688" y2="61029"/>
                        <ns4:backgroundMark x1="69688" y1="61029" x2="65000" y2="64614"/>
                        <ns4:backgroundMark x1="63750" y1="37132" x2="69271" y2="46507"/>
                        <ns4:backgroundMark x1="61667" y1="26011" x2="59167" y2="29871"/>
                        <ns4:backgroundMark x1="56146" y1="30055" x2="50000" y2="37224"/>
                        <ns4:backgroundMark x1="50000" y1="37224" x2="52812" y2="46324"/>
                        <ns4:backgroundMark x1="50313" y1="39798" x2="52500" y2="53952"/>
                        <ns4:backgroundMark x1="56146" y1="39430" x2="57396" y2="58548"/>
                        <ns4:backgroundMark x1="58646" y1="49816" x2="63750" y2="59651"/>
                        <ns4:backgroundMark x1="59896" y1="46507" x2="63438" y2="53860"/>
                        <ns4:backgroundMark x1="63438" y1="53860" x2="63229" y2="59191"/>
                        <ns4:backgroundMark x1="48750" y1="48713" x2="48229" y2="57721"/>
                        <ns4:backgroundMark x1="54063" y1="53033" x2="52812" y2="56066"/>
                        <ns4:backgroundMark x1="54792" y1="50092" x2="53646" y2="55515"/>
                        <ns4:backgroundMark x1="63229" y1="56158" x2="62500" y2="60386"/>
                        <ns4:backgroundMark x1="60417" y1="60570" x2="63646" y2="60386"/>
                      </ns4:backgroundRemoval>
                    </ns4:imgEffect>
                  </ns4:imgLayer>
                </ns4:imgProps>
              </ns1:ex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4343400" y="921979"/>
            <ns1:ext cx="4452657" cy="5046345"/>
          </ns1:xfrm>
        </ns0:spPr>
      </ns0:pic>
    </ns0:spTree>
    <ns0:extLst>
      <ns0:ext uri="{BB962C8B-B14F-4D97-AF65-F5344CB8AC3E}">
        <ns5:creationId val="2770819947"/>
      </ns0:ext>
    </ns0:extLst>
  </ns0:cSld>
  <ns0:clrMapOvr>
    <ns1:masterClrMapping/>
  </ns0:clrMapOvr>
  <ns6:AlternateContent>
    <ns6:Choice Requires="p14">
      <ns0:transition spd="slow" ns5:dur="1250">
        <ns0:checker/>
      </ns0:transition>
    </ns6:Choice>
    <ns6:Fallback>
      <ns0:transition spd="slow">
        <ns0:checker/>
      </ns0:transition>
    </ns6:Fallback>
  </ns6:AlternateContent>
</ns0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960" y="14748"/>
            <a:ext cx="7239000" cy="116205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Retainer Ring / Thordon Bearing</a:t>
            </a:r>
          </a:p>
        </p:txBody>
      </p:sp>
      <p:pic>
        <p:nvPicPr>
          <p:cNvPr id="1026" name="Picture 2" descr="C:\Users\Pako Admin\Desktop\split ring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724400" y="1600200"/>
            <a:ext cx="3897312" cy="3085371"/>
          </a:xfrm>
          <a:prstGeom prst="rect">
            <a:avLst/>
          </a:prstGeom>
          <a:noFill/>
        </p:spPr>
      </p:pic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708494" y="1530896"/>
            <a:ext cx="3388660" cy="2139518"/>
          </a:xfrm>
        </p:spPr>
        <p:txBody>
          <a:bodyPr/>
          <a:lstStyle/>
          <a:p>
            <a:r>
              <a:rPr lang="en-US" sz="1800" b="1" dirty="0"/>
              <a:t>Capacity-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Machining-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70 mm to 700 mm in diameter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D0F2247-57D8-E8CE-D3C5-1A1174947D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21"/>
          <a:stretch>
            <a:fillRect/>
          </a:stretch>
        </p:blipFill>
        <p:spPr>
          <a:xfrm>
            <a:off x="522288" y="2600655"/>
            <a:ext cx="2947619" cy="380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066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1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A5A67062-1965-C8D9-3E98-DC59BA85C5B1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29841" y="457200"/>
            <ns1:ext cx="2875360" cy="1600200"/>
          </ns1:xfrm>
        </ns0:spPr>
        <ns0:txBody>
          <ns1:bodyPr>
            <ns1:normAutofit/>
          </ns1:bodyPr>
          <ns1:lstStyle/>
          <ns1:p>
            <ns1:r>
              <ns1:rPr lang="en-US" sz="5400" dirty="0" err="1">
                <ns1:latin typeface="Times New Roman" panose="02020603050405020304" pitchFamily="18" charset="0"/>
                <ns1:cs typeface="Times New Roman" panose="02020603050405020304" pitchFamily="18" charset="0"/>
              </ns1:rPr>
              <ns1:t>Thordon Bearing</ns1:t>
            </ns1:r>
            <ns1:r>
              <ns1:rPr lang="en-US" sz="5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/>
            </ns1:r>
            <ns1:endParaRPr lang="en-IN" sz="5400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</ns0:txBody>
      </ns0:sp>
      <ns0:pic>
        <ns0:nvPicPr>
          <ns0:cNvPr id="6" name="Content Placeholder 5">
            <ns1:extLst>
              <ns1:ext uri="{FF2B5EF4-FFF2-40B4-BE49-F238E27FC236}">
                <ns2:creationId id="{707BE375-C65D-4DC9-F376-C4AC2D3FB833}"/>
              </ns1:ext>
            </ns1:extLst>
          </ns0:cNvPr>
          <ns0:cNvPicPr>
            <ns1:picLocks noGrp="1" noChangeAspect="1"/>
          </ns0:cNvPicPr>
          <ns0:nvPr>
            <ns0:ph idx="1"/>
          </ns0:nvPr>
        </ns0:nvPicPr>
        <ns0:blipFill>
          <ns1:blip ns3:embed="rId2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5078521" y="174142"/>
            <ns1:ext cx="3886200" cy="2914650"/>
          </ns1:xfrm>
        </ns0:spPr>
      </ns0:pic>
      <ns0:pic>
        <ns0:nvPicPr>
          <ns0:cNvPr id="8" name="Picture 7">
            <ns1:extLst>
              <ns1:ext uri="{FF2B5EF4-FFF2-40B4-BE49-F238E27FC236}">
                <ns2:creationId id="{C1241222-7383-E4CF-F944-D382407C1C99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 cstate="print">
            <ns1:extLst>
              <ns1:ext uri="{28A0092B-C50C-407E-A947-70E740481C1C}">
                <ns4:useLocalDpi val="0"/>
              </ns1:ext>
            </ns1:extLst>
          </ns1:blip>
          <ns1:srcRect t="11987" b="20138"/>
          <ns1:stretch>
            <ns1:fillRect/>
          </ns1:stretch>
        </ns0:blipFill>
        <ns0:spPr>
          <ns1:xfrm>
            <ns1:off x="5181600" y="3461740"/>
            <ns1:ext cx="3546890" cy="3209926"/>
          </ns1:xfrm>
          <ns1:prstGeom prst="rect">
            <ns1:avLst/>
          </ns1:prstGeom>
        </ns0:spPr>
      </ns0:pic>
      <ns0:pic>
        <ns0:nvPicPr>
          <ns0:cNvPr id="10" name="Picture 9">
            <ns1:extLst>
              <ns1:ext uri="{FF2B5EF4-FFF2-40B4-BE49-F238E27FC236}">
                <ns2:creationId id="{4FE7C55B-F230-8E0D-9550-38E2B44BEF7C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457200" y="3227451"/>
            <ns1:ext cx="4191000" cy="3209925"/>
          </ns1:xfrm>
          <ns1:prstGeom prst="rect">
            <ns1:avLst/>
          </ns1:prstGeom>
        </ns0:spPr>
      </ns0:pic>
    </ns0:spTree>
    <ns0:extLst>
      <ns0:ext uri="{BB962C8B-B14F-4D97-AF65-F5344CB8AC3E}">
        <ns5:creationId val="3788860127"/>
      </ns0:ext>
    </ns0:extLst>
  </ns0:cSld>
  <ns0:clrMapOvr>
    <ns1:masterClrMapping/>
  </ns0:clrMapOvr>
  <ns6:AlternateContent>
    <ns6:Choice Requires="p14">
      <ns0:transition spd="slow" ns5:dur="1250">
        <ns0:checker/>
      </ns0:transition>
    </ns6:Choice>
    <ns6:Fallback>
      <ns0:transition spd="slow">
        <ns0:checker/>
      </ns0:transition>
    </ns6:Fallback>
  </ns6:AlternateContent>
</ns0:sld>
</file>

<file path=ppt/slides/slide1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6" name="Title 35">
            <ns1:extLst>
              <ns1:ext uri="{FF2B5EF4-FFF2-40B4-BE49-F238E27FC236}">
                <ns2:creationId id="{CC5DB67D-4821-9447-276D-86D7FC5334F8}"/>
              </ns1:ext>
            </ns1:extLst>
          </ns0:cNvPr>
          <ns0:cNvSpPr>
            <ns1:spLocks noGrp="1"/>
          </ns0:cNvSpPr>
          <ns0:nvPr>
            <ns0:ph type="ctrTitle"/>
          </ns0:nvPr>
        </ns0:nvSpPr>
        <ns0:spPr>
          <ns1:xfrm>
            <ns1:off x="5247811" y="3886200"/>
            <ns1:ext cx="3819990" cy="2799471"/>
          </ns1:xfrm>
        </ns0:spPr>
        <ns0:txBody>
          <ns1:bodyPr>
            <ns1:normAutofit/>
          </ns1:bodyPr>
          <ns1:lstStyle/>
          <ns1:p>
            <ns1:r>
              <ns1:rPr lang="en-IN" sz="4800" b="1" dirty="0">
                <ns1:solidFill>
                  <ns1:srgbClr val="FF0000"/>
                </ns1:solidFill>
              </ns1:rPr>
              <ns1:t>ASSEMBLY DONE IN-HOUSE</ns1:t>
            </ns1:r>
          </ns1:p>
        </ns0:txBody>
      </ns0:sp>
      <ns0:pic>
        <ns0:nvPicPr>
          <ns0:cNvPr id="6" name="Content Placeholder 5">
            <ns1:extLst>
              <ns1:ext uri="{FF2B5EF4-FFF2-40B4-BE49-F238E27FC236}">
                <ns2:creationId id="{88279A49-AB08-34C5-A8B2-AC334D96B732}"/>
              </ns1:ext>
            </ns1:extLst>
          </ns0:cNvPr>
          <ns0:cNvPicPr>
            <ns1:picLocks noGrp="1" noChangeAspect="1"/>
          </ns0:cNvPicPr>
          <ns0:nvPr>
            <ns0:ph idx="4294967295"/>
          </ns0:nvPr>
        </ns0:nvPicPr>
        <ns0:blipFill>
          <ns1:blip ns3:embed="rId2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2490306" y="332936"/>
            <ns1:ext cx="1979613" cy="1484312"/>
          </ns1:xfrm>
          <ns1:prstGeom prst="rect">
            <ns1:avLst/>
          </ns1:prstGeom>
        </ns0:spPr>
      </ns0:pic>
      <ns0:pic>
        <ns0:nvPicPr>
          <ns0:cNvPr id="8" name="Picture 7">
            <ns1:extLst>
              <ns1:ext uri="{FF2B5EF4-FFF2-40B4-BE49-F238E27FC236}">
                <ns2:creationId id="{D63359F2-809D-8ED5-72CC-E5E634C612E9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7493627" y="2402001"/>
            <ns1:ext cx="1574173" cy="2098897"/>
          </ns1:xfrm>
          <ns1:prstGeom prst="rect">
            <ns1:avLst/>
          </ns1:prstGeom>
        </ns0:spPr>
      </ns0:pic>
      <ns0:pic>
        <ns0:nvPicPr>
          <ns0:cNvPr id="10" name="Picture 9">
            <ns1:extLst>
              <ns1:ext uri="{FF2B5EF4-FFF2-40B4-BE49-F238E27FC236}">
                <ns2:creationId id="{CE8C0648-50B4-E240-C3A0-9147383496E2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5115061" y="2402001"/>
            <ns1:ext cx="1574173" cy="2098897"/>
          </ns1:xfrm>
          <ns1:prstGeom prst="rect">
            <ns1:avLst/>
          </ns1:prstGeom>
        </ns0:spPr>
      </ns0:pic>
      <ns0:pic>
        <ns0:nvPicPr>
          <ns0:cNvPr id="14" name="Picture 13">
            <ns1:extLst>
              <ns1:ext uri="{FF2B5EF4-FFF2-40B4-BE49-F238E27FC236}">
                <ns2:creationId id="{3C815EEB-8A8A-8DCD-80A8-3401081C14D2}"/>
              </ns1:ext>
            </ns1:extLst>
          </ns0:cNvPr>
          <ns0:cNvPicPr>
            <ns1:picLocks noChangeAspect="1"/>
          </ns0:cNvPicPr>
          <ns0:nvPr/>
        </ns0:nvPicPr>
        <ns0:blipFill>
          <ns1:blip ns3:embed="rId5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2693026" y="2402000"/>
            <ns1:ext cx="1574174" cy="2098898"/>
          </ns1:xfrm>
          <ns1:prstGeom prst="rect">
            <ns1:avLst/>
          </ns1:prstGeom>
        </ns0:spPr>
      </ns0:pic>
      <ns0:pic>
        <ns0:nvPicPr>
          <ns0:cNvPr id="16" name="Picture 15">
            <ns1:extLst>
              <ns1:ext uri="{FF2B5EF4-FFF2-40B4-BE49-F238E27FC236}">
                <ns2:creationId id="{ED8259F8-FAEA-C970-596A-B129DFF3C5B0}"/>
              </ns1:ext>
            </ns1:extLst>
          </ns0:cNvPr>
          <ns0:cNvPicPr>
            <ns1:picLocks noChangeAspect="1"/>
          </ns0:cNvPicPr>
          <ns0:nvPr/>
        </ns0:nvPicPr>
        <ns0:blipFill>
          <ns1:blip ns3:embed="rId6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142941" y="4695435"/>
            <ns1:ext cx="1564774" cy="2086365"/>
          </ns1:xfrm>
          <ns1:prstGeom prst="rect">
            <ns1:avLst/>
          </ns1:prstGeom>
        </ns0:spPr>
      </ns0:pic>
      <ns0:pic>
        <ns0:nvPicPr>
          <ns0:cNvPr id="18" name="Picture 17">
            <ns1:extLst>
              <ns1:ext uri="{FF2B5EF4-FFF2-40B4-BE49-F238E27FC236}">
                <ns2:creationId id="{C3096D42-C948-D634-32E6-74F1AC2E9C5F}"/>
              </ns1:ext>
            </ns1:extLst>
          </ns0:cNvPr>
          <ns0:cNvPicPr>
            <ns1:picLocks noChangeAspect="1"/>
          </ns0:cNvPicPr>
          <ns0:nvPr/>
        </ns0:nvPicPr>
        <ns0:blipFill>
          <ns1:blip ns3:embed="rId7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138242" y="2402001"/>
            <ns1:ext cx="1574173" cy="2098897"/>
          </ns1:xfrm>
          <ns1:prstGeom prst="rect">
            <ns1:avLst/>
          </ns1:prstGeom>
        </ns0:spPr>
      </ns0:pic>
      <ns0:pic>
        <ns0:nvPicPr>
          <ns0:cNvPr id="20" name="Picture 19">
            <ns1:extLst>
              <ns1:ext uri="{FF2B5EF4-FFF2-40B4-BE49-F238E27FC236}">
                <ns2:creationId id="{158DCB44-1968-9381-0554-F0AE58C733B4}"/>
              </ns1:ext>
            </ns1:extLst>
          </ns0:cNvPr>
          <ns0:cNvPicPr>
            <ns1:picLocks noChangeAspect="1"/>
          </ns0:cNvPicPr>
          <ns0:nvPr/>
        </ns0:nvPicPr>
        <ns0:blipFill>
          <ns1:blip ns3:embed="rId8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2710232" y="4695435"/>
            <ns1:ext cx="2653647" cy="1990235"/>
          </ns1:xfrm>
          <ns1:prstGeom prst="rect">
            <ns1:avLst/>
          </ns1:prstGeom>
        </ns0:spPr>
      </ns0:pic>
      <ns0:pic>
        <ns0:nvPicPr>
          <ns0:cNvPr id="22" name="Picture 21">
            <ns1:extLst>
              <ns1:ext uri="{FF2B5EF4-FFF2-40B4-BE49-F238E27FC236}">
                <ns2:creationId id="{775A0736-A960-5E69-F38F-5E582F26A05B}"/>
              </ns1:ext>
            </ns1:extLst>
          </ns0:cNvPr>
          <ns0:cNvPicPr>
            <ns1:picLocks noChangeAspect="1"/>
          </ns0:cNvPicPr>
          <ns0:nvPr/>
        </ns0:nvPicPr>
        <ns0:blipFill>
          <ns1:blip ns3:embed="rId9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7624651" y="263128"/>
            <ns1:ext cx="1443149" cy="1924199"/>
          </ns1:xfrm>
          <ns1:prstGeom prst="rect">
            <ns1:avLst/>
          </ns1:prstGeom>
        </ns0:spPr>
      </ns0:pic>
      <ns0:pic>
        <ns0:nvPicPr>
          <ns0:cNvPr id="24" name="Picture 23">
            <ns1:extLst>
              <ns1:ext uri="{FF2B5EF4-FFF2-40B4-BE49-F238E27FC236}">
                <ns2:creationId id="{31CE0DD0-6E1D-5708-0913-8B7EF0DDF6A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10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5334000" y="263130"/>
            <ns1:ext cx="1444294" cy="1925726"/>
          </ns1:xfrm>
          <ns1:prstGeom prst="rect">
            <ns1:avLst/>
          </ns1:prstGeom>
        </ns0:spPr>
      </ns0:pic>
      <ns0:pic>
        <ns0:nvPicPr>
          <ns0:cNvPr id="26" name="Picture 25">
            <ns1:extLst>
              <ns1:ext uri="{FF2B5EF4-FFF2-40B4-BE49-F238E27FC236}">
                <ns2:creationId id="{4CBEADDE-0E79-843E-1C99-FA2054115C72}"/>
              </ns1:ext>
            </ns1:extLst>
          </ns0:cNvPr>
          <ns0:cNvPicPr>
            <ns1:picLocks noChangeAspect="1"/>
          </ns0:cNvPicPr>
          <ns0:nvPr/>
        </ns0:nvPicPr>
        <ns0:blipFill>
          <ns1:blip ns3:embed="rId11" cstate="print">
            <ns1:extLst>
              <ns1:ext uri="{28A0092B-C50C-407E-A947-70E740481C1C}">
                <ns4:useLocalDpi val="0"/>
              </ns1:ext>
            </ns1:extLst>
          </ns1:blip>
          <ns1:srcRect b="10000"/>
          <ns1:stretch>
            <ns1:fillRect/>
          </ns1:stretch>
        </ns0:blipFill>
        <ns0:spPr>
          <ns1:xfrm>
            <ns1:off x="138242" y="263129"/>
            <ns1:ext cx="1603053" cy="1924200"/>
          </ns1:xfrm>
          <ns1:prstGeom prst="rect">
            <ns1:avLst/>
          </ns1:prstGeom>
        </ns0:spPr>
      </ns0:pic>
      <ns0:sp>
        <ns0:nvSpPr>
          <ns0:cNvPr id="27" name="Arrow: Right 26">
            <ns1:extLst>
              <ns1:ext uri="{FF2B5EF4-FFF2-40B4-BE49-F238E27FC236}">
                <ns2:creationId id="{3CDE7806-FAF5-C4BF-7060-87C8DA8DFF50}"/>
              </ns1:ext>
            </ns1:extLst>
          </ns0:cNvPr>
          <ns0:cNvSpPr/>
          <ns0:nvPr/>
        </ns0:nvSpPr>
        <ns0:spPr>
          <ns1:xfrm>
            <ns1:off x="1771775" y="1024890"/>
            <ns1:ext cx="685800" cy="228600"/>
          </ns1:xfrm>
          <ns1:prstGeom prst="rightArrow">
            <ns1:avLst>
              <ns1:gd name="adj1" fmla="val 45000"/>
              <ns1:gd name="adj2" fmla="val 120833"/>
            </ns1:avLst>
          </ns1:prstGeom>
          <ns1:solidFill>
            <ns1:srgbClr val="FF0000"/>
          </ns1:solidFill>
          <ns1:ln>
            <ns1:solidFill>
              <ns1:schemeClr val="tx1"/>
            </ns1:solidFill>
          </ns1:ln>
          <ns1:effectLst>
            <ns1:outerShdw blurRad="50800" dist="38100" dir="5400000" algn="t" rotWithShape="0">
              <ns1:prstClr val="black">
                <ns1:alpha val="40000"/>
              </ns1:prstClr>
            </ns1:outerShdw>
          </ns1:effec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28" name="Arrow: Right 27">
            <ns1:extLst>
              <ns1:ext uri="{FF2B5EF4-FFF2-40B4-BE49-F238E27FC236}">
                <ns2:creationId id="{2376C4C6-9185-9E39-98BB-DD5684004AEA}"/>
              </ns1:ext>
            </ns1:extLst>
          </ns0:cNvPr>
          <ns0:cNvSpPr/>
          <ns0:nvPr/>
        </ns0:nvSpPr>
        <ns0:spPr>
          <ns1:xfrm>
            <ns1:off x="4572000" y="1024890"/>
            <ns1:ext cx="685800" cy="228600"/>
          </ns1:xfrm>
          <ns1:prstGeom prst="rightArrow">
            <ns1:avLst>
              <ns1:gd name="adj1" fmla="val 45000"/>
              <ns1:gd name="adj2" fmla="val 120833"/>
            </ns1:avLst>
          </ns1:prstGeom>
          <ns1:solidFill>
            <ns1:srgbClr val="FF0000"/>
          </ns1:solidFill>
          <ns1:ln>
            <ns1:solidFill>
              <ns1:schemeClr val="tx1"/>
            </ns1:solidFill>
          </ns1:ln>
          <ns1:effectLst>
            <ns1:outerShdw blurRad="50800" dist="38100" dir="5400000" algn="t" rotWithShape="0">
              <ns1:prstClr val="black">
                <ns1:alpha val="40000"/>
              </ns1:prstClr>
            </ns1:outerShdw>
          </ns1:effec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29" name="Arrow: Right 28">
            <ns1:extLst>
              <ns1:ext uri="{FF2B5EF4-FFF2-40B4-BE49-F238E27FC236}">
                <ns2:creationId id="{093FC986-5E9C-CE72-5D16-906AB53AB44E}"/>
              </ns1:ext>
            </ns1:extLst>
          </ns0:cNvPr>
          <ns0:cNvSpPr/>
          <ns0:nvPr/>
        </ns0:nvSpPr>
        <ns0:spPr>
          <ns1:xfrm>
            <ns1:off x="6858000" y="1018940"/>
            <ns1:ext cx="685800" cy="228600"/>
          </ns1:xfrm>
          <ns1:prstGeom prst="rightArrow">
            <ns1:avLst>
              <ns1:gd name="adj1" fmla="val 45000"/>
              <ns1:gd name="adj2" fmla="val 120833"/>
            </ns1:avLst>
          </ns1:prstGeom>
          <ns1:solidFill>
            <ns1:srgbClr val="FF0000"/>
          </ns1:solidFill>
          <ns1:ln>
            <ns1:solidFill>
              <ns1:schemeClr val="tx1"/>
            </ns1:solidFill>
          </ns1:ln>
          <ns1:effectLst>
            <ns1:outerShdw blurRad="50800" dist="38100" dir="5400000" algn="t" rotWithShape="0">
              <ns1:prstClr val="black">
                <ns1:alpha val="40000"/>
              </ns1:prstClr>
            </ns1:outerShdw>
          </ns1:effec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31" name="Arrow: Right 30">
            <ns1:extLst>
              <ns1:ext uri="{FF2B5EF4-FFF2-40B4-BE49-F238E27FC236}">
                <ns2:creationId id="{48B91BBD-4BBC-E170-3622-D051D8243751}"/>
              </ns1:ext>
            </ns1:extLst>
          </ns0:cNvPr>
          <ns0:cNvSpPr/>
          <ns0:nvPr/>
        </ns0:nvSpPr>
        <ns0:spPr>
          <ns1:xfrm rot="10800000">
            <ns1:off x="6773214" y="3302282"/>
            <ns1:ext cx="685800" cy="228600"/>
          </ns1:xfrm>
          <ns1:prstGeom prst="rightArrow">
            <ns1:avLst>
              <ns1:gd name="adj1" fmla="val 45000"/>
              <ns1:gd name="adj2" fmla="val 120833"/>
            </ns1:avLst>
          </ns1:prstGeom>
          <ns1:solidFill>
            <ns1:srgbClr val="FF0000"/>
          </ns1:solidFill>
          <ns1:ln>
            <ns1:solidFill>
              <ns1:schemeClr val="tx1"/>
            </ns1:solidFill>
          </ns1:ln>
          <ns1:effectLst>
            <ns1:outerShdw blurRad="50800" dist="38100" dir="5400000" algn="t" rotWithShape="0">
              <ns1:prstClr val="black">
                <ns1:alpha val="40000"/>
              </ns1:prstClr>
            </ns1:outerShdw>
          </ns1:effec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32" name="Arrow: Right 31">
            <ns1:extLst>
              <ns1:ext uri="{FF2B5EF4-FFF2-40B4-BE49-F238E27FC236}">
                <ns2:creationId id="{7D7551C5-1958-3F20-A61F-360CD1D35C3B}"/>
              </ns1:ext>
            </ns1:extLst>
          </ns0:cNvPr>
          <ns0:cNvSpPr/>
          <ns0:nvPr/>
        </ns0:nvSpPr>
        <ns0:spPr>
          <ns1:xfrm rot="10800000">
            <ns1:off x="4375045" y="3302282"/>
            <ns1:ext cx="685800" cy="228600"/>
          </ns1:xfrm>
          <ns1:prstGeom prst="rightArrow">
            <ns1:avLst>
              <ns1:gd name="adj1" fmla="val 45000"/>
              <ns1:gd name="adj2" fmla="val 120833"/>
            </ns1:avLst>
          </ns1:prstGeom>
          <ns1:solidFill>
            <ns1:srgbClr val="FF0000"/>
          </ns1:solidFill>
          <ns1:ln>
            <ns1:solidFill>
              <ns1:schemeClr val="tx1"/>
            </ns1:solidFill>
          </ns1:ln>
          <ns1:effectLst>
            <ns1:outerShdw blurRad="50800" dist="38100" dir="5400000" algn="t" rotWithShape="0">
              <ns1:prstClr val="black">
                <ns1:alpha val="40000"/>
              </ns1:prstClr>
            </ns1:outerShdw>
          </ns1:effec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33" name="Arrow: Right 32">
            <ns1:extLst>
              <ns1:ext uri="{FF2B5EF4-FFF2-40B4-BE49-F238E27FC236}">
                <ns2:creationId id="{7C50ADA6-7225-2873-4E07-3B461F976683}"/>
              </ns1:ext>
            </ns1:extLst>
          </ns0:cNvPr>
          <ns0:cNvSpPr/>
          <ns0:nvPr/>
        </ns0:nvSpPr>
        <ns0:spPr>
          <ns1:xfrm rot="10800000">
            <ns1:off x="1961183" y="3302282"/>
            <ns1:ext cx="685800" cy="228600"/>
          </ns1:xfrm>
          <ns1:prstGeom prst="rightArrow">
            <ns1:avLst>
              <ns1:gd name="adj1" fmla="val 45000"/>
              <ns1:gd name="adj2" fmla="val 120833"/>
            </ns1:avLst>
          </ns1:prstGeom>
          <ns1:solidFill>
            <ns1:srgbClr val="FF0000"/>
          </ns1:solidFill>
          <ns1:ln>
            <ns1:solidFill>
              <ns1:schemeClr val="tx1"/>
            </ns1:solidFill>
          </ns1:ln>
          <ns1:effectLst>
            <ns1:outerShdw blurRad="50800" dist="38100" dir="5400000" algn="t" rotWithShape="0">
              <ns1:prstClr val="black">
                <ns1:alpha val="40000"/>
              </ns1:prstClr>
            </ns1:outerShdw>
          </ns1:effec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34" name="Arrow: Right 33">
            <ns1:extLst>
              <ns1:ext uri="{FF2B5EF4-FFF2-40B4-BE49-F238E27FC236}">
                <ns2:creationId id="{2EACD582-67D8-067A-6D88-FB366F9D8B22}"/>
              </ns1:ext>
            </ns1:extLst>
          </ns0:cNvPr>
          <ns0:cNvSpPr/>
          <ns0:nvPr/>
        </ns0:nvSpPr>
        <ns0:spPr>
          <ns1:xfrm>
            <ns1:off x="1771775" y="5629091"/>
            <ns1:ext cx="685800" cy="228600"/>
          </ns1:xfrm>
          <ns1:prstGeom prst="rightArrow">
            <ns1:avLst>
              <ns1:gd name="adj1" fmla="val 45000"/>
              <ns1:gd name="adj2" fmla="val 120833"/>
            </ns1:avLst>
          </ns1:prstGeom>
          <ns1:solidFill>
            <ns1:srgbClr val="FF0000"/>
          </ns1:solidFill>
          <ns1:ln>
            <ns1:solidFill>
              <ns1:schemeClr val="tx1"/>
            </ns1:solidFill>
          </ns1:ln>
          <ns1:effectLst>
            <ns1:outerShdw blurRad="50800" dist="38100" dir="5400000" algn="t" rotWithShape="0">
              <ns1:prstClr val="black">
                <ns1:alpha val="40000"/>
              </ns1:prstClr>
            </ns1:outerShdw>
          </ns1:effec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</ns0:spTree>
    <ns0:extLst>
      <ns0:ext uri="{BB962C8B-B14F-4D97-AF65-F5344CB8AC3E}">
        <ns5:creationId val="2717943079"/>
      </ns0:ext>
    </ns0:extLst>
  </ns0:cSld>
  <ns0:clrMapOvr>
    <ns1:masterClrMapping/>
  </ns0:clrMapOvr>
  <ns6:AlternateContent>
    <ns6:Choice Requires="p14">
      <ns0:transition spd="slow" ns5:dur="1250">
        <ns0:checker/>
      </ns0:transition>
    </ns6:Choice>
    <ns6:Fallback>
      <ns0:transition spd="slow">
        <ns0:checker/>
      </ns0:transition>
    </ns6:Fallback>
  </ns6:AlternateContent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500"/>
                                        <ns0:tgtEl>
                                          <ns0:spTgt spid="2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500"/>
                                        <ns0:tgtEl>
                                          <ns0:spTgt spid="2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50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500"/>
                                        <ns0:tgtEl>
                                          <ns0:spTgt spid="2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50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500"/>
                                        <ns0:tgtEl>
                                          <ns0:spTgt spid="2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50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50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500"/>
                                        <ns0:tgtEl>
                                          <ns0:spTgt spid="3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50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500"/>
                                        <ns0:tgtEl>
                                          <ns0:spTgt spid="3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50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500"/>
                                        <ns0:tgtEl>
                                          <ns0:spTgt spid="3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50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50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500"/>
                                        <ns0:tgtEl>
                                          <ns0:spTgt spid="3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50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27" grpId="0" animBg="1"/>
      <ns0:bldP spid="28" grpId="0" animBg="1"/>
      <ns0:bldP spid="29" grpId="0" animBg="1"/>
      <ns0:bldP spid="31" grpId="0" animBg="1"/>
      <ns0:bldP spid="32" grpId="0" animBg="1"/>
      <ns0:bldP spid="33" grpId="0" animBg="1"/>
      <ns0:bldP spid="34" grpId="0" animBg="1"/>
    </ns0:bldLst>
  </ns0:timing>
</ns0:sld>
</file>

<file path=ppt/slides/slide1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115263A7-10EF-2F24-410F-693CA6854075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/>
          </ns1:bodyPr>
          <ns1:lstStyle/>
          <ns1:p>
            <ns1:r>
              <ns1:rPr lang="en-IN" sz="4800" b="1" dirty="0">
                <ns1:solidFill>
                  <ns1:srgbClr val="FF0000"/>
                </ns1:solidFill>
              </ns1:rPr>
              <ns1:t>COMPLETE ASSEMBLY PICTURE </ns1:t>
            </ns1:r>
          </ns1:p>
        </ns0:txBody>
      </ns0:sp>
      <ns0:pic>
        <ns0:nvPicPr>
          <ns0:cNvPr id="5" name="Content Placeholder 4">
            <ns1:extLst>
              <ns1:ext uri="{FF2B5EF4-FFF2-40B4-BE49-F238E27FC236}">
                <ns2:creationId id="{2B4E93D7-A271-ACEC-DDE9-5A8641310C9D}"/>
              </ns1:ext>
            </ns1:extLst>
          </ns0:cNvPr>
          <ns0:cNvPicPr>
            <ns1:picLocks noGrp="1" noChangeAspect="1"/>
          </ns0:cNvPicPr>
          <ns0:nvPr>
            <ns0:ph idx="1"/>
          </ns0:nvPr>
        </ns0:nvPicPr>
        <ns0:blipFill>
          <ns1:blip ns3:embed="rId2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1671108" y="2057400"/>
            <ns1:ext cx="5801784" cy="4351338"/>
          </ns1:xfrm>
          <ns1:prstGeom prst="rect">
            <ns1:avLst/>
          </ns1:prstGeom>
        </ns0:spPr>
      </ns0:pic>
      <ns0:sp>
        <ns0:nvSpPr>
          <ns0:cNvPr id="4" name="TextBox 3">
            <ns1:extLst>
              <ns1:ext uri="{FF2B5EF4-FFF2-40B4-BE49-F238E27FC236}">
                <ns2:creationId id="{6A79FE5B-EE31-1404-F9EC-59368AFB98A5}"/>
              </ns1:ext>
            </ns1:extLst>
          </ns0:cNvPr>
          <ns0:cNvSpPr txBox="1"/>
          <ns0:nvPr/>
        </ns0:nvSpPr>
        <ns0:spPr>
          <ns1:xfrm>
            <ns1:off x="5745726" y="1685610"/>
            <ns1:ext cx="3550674" cy="46166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IN" sz="2400" dirty="0"/>
              <ns1:t>PROJECT NAME: ES-562</ns1:t>
            </ns1:r>
          </ns1:p>
        </ns0:txBody>
      </ns0:sp>
    </ns0:spTree>
    <ns0:extLst>
      <ns0:ext uri="{BB962C8B-B14F-4D97-AF65-F5344CB8AC3E}">
        <ns5:creationId val="2218851926"/>
      </ns0:ext>
    </ns0:extLst>
  </ns0:cSld>
  <ns0:clrMapOvr>
    <ns1:masterClrMapping/>
  </ns0:clrMapOvr>
  <ns6:AlternateContent>
    <ns6:Choice Requires="p14">
      <ns0:transition spd="slow" ns5:dur="1250">
        <ns0:checker/>
      </ns0:transition>
    </ns6:Choice>
    <ns6:Fallback>
      <ns0:transition spd="slow">
        <ns0:checker/>
      </ns0:transition>
    </ns6:Fallback>
  </ns6:AlternateContent>
</ns0:sld>
</file>

<file path=ppt/slides/slide18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xmlns:ns4="http://schemas.microsoft.com/office/drawing/2014/main" xmlns:ns5="http://schemas.microsoft.com/office/powerpoint/2010/main" xmlns:ns6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521110" y="381000"/>
            <ns1:ext cx="2743200" cy="762002"/>
          </ns1:xfrm>
        </ns0:spPr>
        <ns0:txBody>
          <ns1:bodyPr/>
          <ns1:lstStyle/>
          <ns1:p>
            <ns1:pPr marL="0" indent="0">
              <ns1:buNone/>
            </ns1:pPr>
            <ns1:r>
              <ns1:rPr lang="en-US" sz="3200" dirty="0">
                <ns1:latin typeface="+mn-lt"/>
                <ns1:cs typeface="Arial" pitchFamily="34" charset="0"/>
              </ns1:rPr>
              <ns1:t>Gears</ns1:t>
            </ns1:r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sz="half" idx="2"/>
          </ns0:nvPr>
        </ns0:nvSpPr>
        <ns0:spPr>
          <ns1:xfrm>
            <ns1:off x="521110" y="1783079"/>
            <ns1:ext cx="2551462" cy="2895599"/>
          </ns1:xfrm>
        </ns0:spPr>
        <ns0:txBody>
          <ns1:bodyPr/>
          <ns1:lstStyle/>
          <ns1:p>
            <ns1:r>
              <ns1:rPr lang="en-US" dirty="0"/>
              <ns1:t>Custom spur and helical gears are manufactured as per customer drawings and requirements.</ns1:t>
            </ns1:r>
          </ns1:p>
        </ns0:txBody>
      </ns0:sp>
      <ns0:pic>
        <ns0:nvPicPr>
          <ns0:cNvPr id="1028" name="Picture 4" descr="C:\Users\OM\Downloads\WhatsApp Image 2019-10-12 at 5.08.56 PM.jpeg"/>
          <ns0:cNvPicPr>
            <ns1:picLocks noChangeAspect="1" noChangeArrowheads="1"/>
          </ns0:cNvPicPr>
          <ns0:nvPr/>
        </ns0:nvPicPr>
        <ns0:blipFill rotWithShape="1">
          <ns1:blip ns2:embed="rId2">
            <ns1:extLst>
              <ns1:ext uri="{28A0092B-C50C-407E-A947-70E740481C1C}">
                <ns3:useLocalDpi val="0"/>
              </ns1:ext>
            </ns1:extLst>
          </ns1:blip>
          <ns1:srcRect t="15798"/>
          <ns1:stretch/>
        </ns0:blipFill>
        <ns0:spPr bwMode="auto">
          <ns1:xfrm rot="16200000">
            <ns1:off x="4980709" y="-433093"/>
            <ns1:ext cx="2992582" cy="4572000"/>
          </ns1:xfrm>
          <ns1:prstGeom prst="rect">
            <ns1:avLst/>
          </ns1:prstGeom>
          <ns1:noFill/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</ns0:pic>
      <ns0:pic>
        <ns0:nvPicPr>
          <ns0:cNvPr id="5" name="Picture 4">
            <ns1:extLst>
              <ns1:ext uri="{FF2B5EF4-FFF2-40B4-BE49-F238E27FC236}">
                <ns4:creationId id="{684E545F-BF52-3CD0-3C8F-C5C3B452CD48}"/>
              </ns1:ext>
            </ns1:extLst>
          </ns0:cNvPr>
          <ns0:cNvPicPr>
            <ns1:picLocks noChangeAspect="1"/>
          </ns0:cNvPicPr>
          <ns0:nvPr/>
        </ns0:nvPicPr>
        <ns0:blipFill>
          <ns1:blip ns2:embed="rId3" cstate="print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 rot="16200000">
            <ns1:off x="752475" y="2905125"/>
            <ns1:ext cx="3143250" cy="4191000"/>
          </ns1:xfrm>
          <ns1:prstGeom prst="rect">
            <ns1:avLst/>
          </ns1:prstGeom>
        </ns0:spPr>
      </ns0:pic>
    </ns0:spTree>
    <ns0:extLst>
      <ns0:ext uri="{BB962C8B-B14F-4D97-AF65-F5344CB8AC3E}">
        <ns5:creationId val="2778177980"/>
      </ns0:ext>
    </ns0:extLst>
  </ns0:cSld>
  <ns0:clrMapOvr>
    <ns1:masterClrMapping/>
  </ns0:clrMapOvr>
  <ns6:AlternateContent>
    <ns6:Choice Requires="p14">
      <ns0:transition spd="slow" ns5:dur="1250">
        <ns0:checker/>
      </ns0:transition>
    </ns6:Choice>
    <ns6:Fallback>
      <ns0:transition spd="slow">
        <ns0:checker/>
      </ns0:transition>
    </ns6:Fallback>
  </ns6:AlternateContent>
</ns0:sld>
</file>

<file path=ppt/slides/slide1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 xmlns:ns4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6" name="Title 1"/>
          <ns0:cNvSpPr txBox="1">
            <ns1:spLocks/>
          </ns0:cNvSpPr>
          <ns0:nvPr/>
        </ns0:nvSpPr>
        <ns0:spPr>
          <ns1:xfrm>
            <ns1:off x="200527" y="373653"/>
            <ns1:ext cx="3733800" cy="515112"/>
          </ns1:xfrm>
          <ns1:prstGeom prst="rect">
            <ns1:avLst/>
          </ns1:prstGeom>
        </ns0:spPr>
        <ns0:txBody>
          <ns1:bodyPr vert="horz" lIns="0" rIns="0" bIns="0" anchor="b">
            <ns1:noAutofit/>
          </ns1:bodyPr>
          <ns1:lstStyle>
            <ns1:lvl1pPr algn="l" rtl="0" eaLnBrk="1" latinLnBrk="0" hangingPunct="1">
              <ns1:spcBef>
                <ns1:spcPct val="0"/>
              </ns1:spcBef>
              <ns1:buNone/>
              <ns1:defRPr kumimoji="0" sz="2600" b="0" kern="1200">
                <ns1:ln>
                  <ns1:noFill/>
                </ns1:ln>
                <ns1:solidFill>
                  <ns1:schemeClr val="tx2"/>
                </ns1:solidFill>
                <ns1:effectLst/>
                <ns1:latin typeface="+mj-lt"/>
                <ns1:ea typeface="+mj-ea"/>
                <ns1:cs typeface="+mj-cs"/>
              </ns1:defRPr>
            </ns1:lvl1pPr>
          </ns1:lstStyle>
          <ns1:p>
            <ns1:pPr algn="ctr"/>
            <ns1:r>
              <ns1:rPr lang="en-US" sz="3600" b="1" dirty="0">
                <ns1:solidFill>
                  <ns1:schemeClr val="tx1"/>
                </ns1:solidFill>
                <ns1:latin typeface="Times New Roman" pitchFamily="18" charset="0"/>
                <ns1:cs typeface="Times New Roman" pitchFamily="18" charset="0"/>
              </ns1:rPr>
              <ns1:t>Material Grades</ns1:t>
            </ns1:r>
            <ns1:r>
              <ns1:rPr lang="en-US" sz="3600" b="1" u="sng" dirty="0">
                <ns1:solidFill>
                  <ns1:schemeClr val="tx1"/>
                </ns1:solidFill>
                <ns1:latin typeface="Times New Roman" panose="02020603050405020304" pitchFamily="18" charset="0"/>
                <ns1:cs typeface="Times New Roman" pitchFamily="18" charset="0"/>
              </ns1:rPr>
              <ns1:t> </ns1:t>
            </ns1:r>
          </ns1:p>
        </ns0:txBody>
      </ns0:sp>
      <ns0:sp>
        <ns0:nvSpPr>
          <ns0:cNvPr id="3" name="Text Placeholder 2">
            <ns1:extLst>
              <ns1:ext uri="{FF2B5EF4-FFF2-40B4-BE49-F238E27FC236}">
                <ns2:creationId id="{8A207368-4324-D4BB-55FC-F730185B3901}"/>
              </ns1:ext>
            </ns1:extLst>
          </ns0:cNvPr>
          <ns0:cNvSpPr>
            <ns1:spLocks noGrp="1"/>
          </ns0:cNvSpPr>
          <ns0:nvPr>
            <ns0:ph type="body" sz="half" idx="2"/>
          </ns0:nvPr>
        </ns0:nvSpPr>
        <ns0:spPr>
          <ns1:xfrm>
            <ns1:off x="457200" y="1066800"/>
            <ns1:ext cx="7447360" cy="3962400"/>
          </ns1:xfrm>
        </ns0:spPr>
        <ns0:txBody>
          <ns1:bodyPr>
            <ns1:noAutofit/>
          </ns1:bodyPr>
          <ns1:lstStyle/>
          <ns1:p>
            <ns1:pPr marL="228600" indent="-228600">
              <ns1:buFont typeface="+mj-lt"/>
              <ns1:buAutoNum type="arabicPeriod"/>
            </ns1:pPr>
            <ns1:r>
              <ns1:rPr lang="en-IN" sz="28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ALL GRADES OF STAINLESS STEEL</ns1:t>
            </ns1:r>
          </ns1:p>
          <ns1:p>
            <ns1:pPr marL="228600" indent="-228600">
              <ns1:lnSpc>
                <ns1:spcPct val="150000"/>
              </ns1:lnSpc>
              <ns1:buFont typeface="+mj-lt"/>
              <ns1:buAutoNum type="arabicPeriod"/>
            </ns1:pPr>
            <ns1:r>
              <ns1:rPr lang="en-IN" sz="28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ALL GRADES OF DUPLEX &amp; SUPER DUPLEX</ns1:t>
            </ns1:r>
          </ns1:p>
          <ns1:p>
            <ns1:pPr marL="228600" indent="-228600">
              <ns1:lnSpc>
                <ns1:spcPct val="100000"/>
              </ns1:lnSpc>
              <ns1:buFont typeface="+mj-lt"/>
              <ns1:buAutoNum type="arabicPeriod"/>
            </ns1:pPr>
            <ns1:r>
              <ns1:rPr lang="en-IN" sz="28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ALL GRADES OF EN-SERIES STEELS</ns1:t>
            </ns1:r>
          </ns1:p>
          <ns1:p>
            <ns1:endParaRPr lang="en-IN" sz="2800" b="1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r>
              <ns1:rPr lang="en-IN" sz="28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SPECIAL MATERIAL GRADES SUCH AS</ns1:t>
            </ns1:r>
          </ns1:p>
          <ns1:p>
            <ns1:r>
              <ns1:rPr lang="en-IN" sz="28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K-MONEL 400 &amp; 500</ns1:t>
            </ns1:r>
          </ns1:p>
          <ns1:p>
            <ns1:r>
              <ns1:rPr lang="en-IN" sz="28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   </ns1:t>
            </ns1:r>
          </ns1:p>
          <ns1:p>
            <ns1:r>
              <ns1:rPr lang="en-IN" sz="28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FOR BUSHES </ns1:t>
            </ns1:r>
          </ns1:p>
          <ns1:p>
            <ns1:r>
              <ns1:rPr lang="en-IN" sz="28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GUNMETAL, FEROFORM F363, NEOPRENE RUBBER, RG12, THORDON</ns1:t>
            </ns1:r>
          </ns1:p>
        </ns0:txBody>
      </ns0:sp>
    </ns0:spTree>
    <ns0:extLst>
      <ns0:ext uri="{BB962C8B-B14F-4D97-AF65-F5344CB8AC3E}">
        <ns3:creationId val="607416407"/>
      </ns0:ext>
    </ns0:extLst>
  </ns0:cSld>
  <ns0:clrMapOvr>
    <ns1:masterClrMapping/>
  </ns0:clrMapOvr>
  <ns4:AlternateContent>
    <ns4:Choice Requires="p14">
      <ns0:transition spd="slow" ns3:dur="1250">
        <ns0:checker/>
      </ns0:transition>
    </ns4:Choice>
    <ns4:Fallback>
      <ns0:transition spd="slow">
        <ns0:checker/>
      </ns0:transition>
    </ns4:Fallback>
  </ns4:AlternateContent>
</ns0:sld>
</file>

<file path=ppt/slides/slide2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Box 1"/>
          <ns0:cNvSpPr txBox="1"/>
          <ns0:nvPr/>
        </ns0:nvSpPr>
        <ns0:spPr>
          <ns1:xfrm>
            <ns1:off x="661382" y="381000"/>
            <ns1:ext cx="6653818" cy="58477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32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NXG EZEECUT Wire-Cut Machine</ns1:t>
            </ns1:r>
          </ns1:p>
        </ns0:txBody>
      </ns0:sp>
      <ns0:pic>
        <ns0:nvPicPr>
          <ns0:cNvPr id="4" name="Picture 3">
            <ns1:extLst>
              <ns1:ext uri="{FF2B5EF4-FFF2-40B4-BE49-F238E27FC236}">
                <ns2:creationId id="{FBABD58F-5C78-0439-6A2E-A224BEA993CA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304800" y="1295400"/>
            <ns1:ext cx="8001000" cy="5334000"/>
          </ns1:xfrm>
          <ns1:prstGeom prst="rect">
            <ns1:avLst/>
          </ns1:prstGeom>
        </ns0:spPr>
      </ns0:pic>
    </ns0:spTree>
    <ns0:extLst>
      <ns0:ext uri="{BB962C8B-B14F-4D97-AF65-F5344CB8AC3E}">
        <ns5:creationId val="4107559457"/>
      </ns0:ext>
    </ns0:extLst>
  </ns0:cSld>
  <ns0:clrMapOvr>
    <ns1:masterClrMapping/>
  </ns0:clrMapOvr>
  <ns6:AlternateContent>
    <ns6:Choice Requires="p14">
      <ns0:transition spd="slow" ns5:dur="1250">
        <ns0:checker/>
      </ns0:transition>
    </ns6:Choice>
    <ns6:Fallback>
      <ns0:transition spd="slow">
        <ns0:checker/>
      </ns0:transition>
    </ns6:Fallback>
  </ns6:AlternateContent>
</ns0:sld>
</file>

<file path=ppt/slides/slide2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1026" name="Picture 2" descr="C:\Users\Pako Admin\Desktop\grd.jpeg"/>
          <ns0:cNvPicPr>
            <ns1:picLocks noChangeAspect="1" noChangeArrowheads="1"/>
          </ns0:cNvPicPr>
          <ns0:nvPr/>
        </ns0:nvPicPr>
        <ns0:blipFill>
          <ns1:blip ns2:embed="rId2"/>
          <ns1:srcRect/>
          <ns1:stretch>
            <ns1:fillRect/>
          </ns1:stretch>
        </ns0:blipFill>
        <ns0:spPr bwMode="auto">
          <ns1:xfrm>
            <ns1:off x="457200" y="1828801"/>
            <ns1:ext cx="7920000" cy="4601143"/>
          </ns1:xfrm>
          <ns1:prstGeom prst="rect">
            <ns1:avLst/>
          </ns1:prstGeom>
          <ns1:noFill/>
        </ns0:spPr>
      </ns0:pic>
      <ns0:sp>
        <ns0:nvSpPr>
          <ns0:cNvPr id="4" name="TextBox 3"/>
          <ns0:cNvSpPr txBox="1"/>
          <ns0:nvPr/>
        </ns0:nvSpPr>
        <ns0:spPr>
          <ns1:xfrm>
            <ns1:off x="575187" y="533400"/>
            <ns1:ext cx="5334000" cy="58477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32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Grinding Machine</ns1:t>
            </ns1:r>
          </ns1:p>
        </ns0:txBody>
      </ns0:sp>
    </ns0:spTree>
  </ns0:cSld>
  <ns0:clrMapOvr>
    <ns1:masterClrMapping/>
  </ns0:clrMapOvr>
  <ns3:AlternateContent>
    <ns3:Choice Requires="p14">
      <ns0:transition spd="slow" ns4:dur="1250">
        <ns0:checker/>
      </ns0:transition>
    </ns3:Choice>
    <ns3:Fallback>
      <ns0:transition spd="slow">
        <ns0:checker/>
      </ns0:transition>
    </ns3:Fallback>
  </ns3:AlternateContent>
</ns0:sld>
</file>

<file path=ppt/slides/slide2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openxmlformats.org/markup-compatibility/2006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050" name="Picture 2" descr="C:\Users\Pako Admin\Desktop\cnc.jpeg"/>
          <ns0:cNvPicPr>
            <ns1:picLocks noChangeAspect="1" noChangeArrowheads="1"/>
          </ns0:cNvPicPr>
          <ns0:nvPr/>
        </ns0:nvPicPr>
        <ns0:blipFill>
          <ns1:blip ns2:embed="rId2"/>
          <ns1:srcRect/>
          <ns1:stretch>
            <ns1:fillRect/>
          </ns1:stretch>
        </ns0:blipFill>
        <ns0:spPr bwMode="auto">
          <ns1:xfrm>
            <ns1:off x="533400" y="1828800"/>
            <ns1:ext cx="7920000" cy="4736470"/>
          </ns1:xfrm>
          <ns1:prstGeom prst="rect">
            <ns1:avLst/>
          </ns1:prstGeom>
          <ns1:noFill/>
        </ns0:spPr>
      </ns0:pic>
      <ns0:sp>
        <ns0:nvSpPr>
          <ns0:cNvPr id="3" name="TextBox 2"/>
          <ns0:cNvSpPr txBox="1"/>
          <ns0:nvPr/>
        </ns0:nvSpPr>
        <ns0:spPr>
          <ns1:xfrm>
            <ns1:off x="700548" y="533400"/>
            <ns1:ext cx="2584362" cy="584775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r>
              <ns1:rPr lang="en-US" sz="32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CNC LATHE</ns1:t>
            </ns1:r>
          </ns1:p>
        </ns0:txBody>
      </ns0:sp>
      <ns0:sp>
        <ns0:nvSpPr>
          <ns0:cNvPr id="2" name="Title 1">
            <ns1:extLst>
              <ns1:ext uri="{FF2B5EF4-FFF2-40B4-BE49-F238E27FC236}">
                <ns3:creationId id="{7FA52A7D-9ED0-CC2F-699A-B63C3835D6A3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28650" y="1105914"/>
            <ns1:ext cx="6305550" cy="584775"/>
          </ns1:xfrm>
        </ns0:spPr>
        <ns0:txBody>
          <ns1:bodyPr>
            <ns1:normAutofit/>
          </ns1:bodyPr>
          <ns1:lstStyle/>
          <ns1:p>
            <ns1:r>
              <ns1:rPr lang="en-IN" sz="2000" b="1" dirty="0"/>
              <ns1:t>LENGTH: 10000 mm   DIAMETER: 500 mm</ns1:t>
            </ns1:r>
          </ns1:p>
        </ns0:txBody>
      </ns0:sp>
    </ns0:spTree>
  </ns0:cSld>
  <ns0:clrMapOvr>
    <ns1:masterClrMapping/>
  </ns0:clrMapOvr>
  <ns4:AlternateContent>
    <ns4:Choice Requires="p14">
      <ns0:transition spd="slow" ns5:dur="1250">
        <ns0:checker/>
      </ns0:transition>
    </ns4:Choice>
    <ns4:Fallback>
      <ns0:transition spd="slow">
        <ns0:checker/>
      </ns0:transition>
    </ns4:Fallback>
  </ns4:AlternateContent>
</ns0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6FA4DE-F72A-732C-9FF9-226EEB5A0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9614"/>
            <a:ext cx="2952750" cy="9881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mages.png">
            <a:extLst>
              <a:ext uri="{FF2B5EF4-FFF2-40B4-BE49-F238E27FC236}">
                <a16:creationId xmlns:a16="http://schemas.microsoft.com/office/drawing/2014/main" xmlns="" id="{2730EDE2-E873-DB88-C362-792F7F7A4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48610"/>
            <a:ext cx="1471285" cy="1209275"/>
          </a:xfrm>
          <a:prstGeom prst="rect">
            <a:avLst/>
          </a:prstGeom>
        </p:spPr>
      </p:pic>
      <p:pic>
        <p:nvPicPr>
          <p:cNvPr id="6" name="Picture 3" descr="C:\Users\Pako Admin\Desktop\CPC.jpg">
            <a:extLst>
              <a:ext uri="{FF2B5EF4-FFF2-40B4-BE49-F238E27FC236}">
                <a16:creationId xmlns:a16="http://schemas.microsoft.com/office/drawing/2014/main" xmlns="" id="{94EE9614-4681-61AD-01FE-0662E079D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57023" y="5731685"/>
            <a:ext cx="2338387" cy="546100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DC1410F-ECEC-033A-BAFC-E37FA2292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579" y="1168457"/>
            <a:ext cx="2667608" cy="18990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1657451D-9BF8-9D94-CB9F-0F0A697E65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404486"/>
            <a:ext cx="2524200" cy="14023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7CA22579-0040-957D-9C25-8FCEC55AFB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458" y="4876415"/>
            <a:ext cx="3063830" cy="15319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09ED29F3-E57C-1468-72F2-354F7F85DF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43" y="5236892"/>
            <a:ext cx="3279484" cy="11440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8C8B6E08-07F0-FA3D-EEF9-D34D3878936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087" y="3602626"/>
            <a:ext cx="2524200" cy="15233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FC9E489D-404C-BC56-01F4-1CA830465AA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370" y="1725649"/>
            <a:ext cx="2376600" cy="1448241"/>
          </a:xfrm>
          <a:prstGeom prst="rect">
            <a:avLst/>
          </a:prstGeom>
        </p:spPr>
      </p:pic>
      <p:pic>
        <p:nvPicPr>
          <p:cNvPr id="21" name="Picture 2" descr="C:\Users\Admin\Desktop\siemens-og-logo.png">
            <a:extLst>
              <a:ext uri="{FF2B5EF4-FFF2-40B4-BE49-F238E27FC236}">
                <a16:creationId xmlns:a16="http://schemas.microsoft.com/office/drawing/2014/main" xmlns="" id="{1E39E368-3F9F-01D2-6A15-1A758AF02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943600" y="3455827"/>
            <a:ext cx="2924760" cy="106452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25D8D37A-63CD-DED6-8E61-3569923AC96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934" y="1188983"/>
            <a:ext cx="2656690" cy="123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5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24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xmlns:ns4="http://schemas.microsoft.com/office/drawing/2014/main" xmlns:ns5="http://schemas.microsoft.com/office/powerpoint/2010/main" xmlns:ns6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304800" y="80767"/>
            <ns1:ext cx="4953000" cy="1447800"/>
          </ns1:xfrm>
        </ns0:spPr>
        <ns0:txBody>
          <ns1:bodyPr>
            <ns1:normAutofit fontScale="90000"/>
          </ns1:bodyPr>
          <ns1:lstStyle/>
          <ns1:p>
            <ns1:pPr marL="0" indent="0">
              <ns1:buNone/>
            </ns1:pPr>
            <ns1:r>
              <ns1:rPr lang="en-US" sz="3600" dirty="0"/>
              <ns1:t>CLIENTS</ns1:t>
            </ns1:r>
            <ns1:r>
              <ns1:rPr lang="en-US" dirty="0"/>
              <ns1:t/>
            </ns1:r>
            <ns1:br>
              <ns1:rPr lang="en-US" dirty="0"/>
            </ns1:br>
            <ns1:r>
              <ns1:rPr lang="en-US" dirty="0"/>
              <ns1:t> </ns1:t>
            </ns1:r>
            <ns1:br>
              <ns1:rPr lang="en-US" dirty="0"/>
            </ns1:br>
            <ns1:r>
              <ns1:rPr lang="en-US" dirty="0"/>
              <ns1:t> </ns1:t>
            </ns1:r>
            <ns1:br>
              <ns1:rPr lang="en-US" dirty="0"/>
            </ns1:br>
            <ns1:r>
              <ns1:rPr lang="en-US" dirty="0"/>
              <ns1:t/>
            </ns1:r>
            <ns1:br>
              <ns1:rPr lang="en-US" dirty="0"/>
            </ns1:br>
            <ns1:r>
              <ns1:rPr lang="en-US" dirty="0"/>
              <ns1:t/>
            </ns1:r>
            <ns1:br>
              <ns1:rPr lang="en-US" dirty="0"/>
            </ns1:br>
            <ns1:r>
              <ns1:rPr lang="en-US" dirty="0"/>
              <ns1:t/>
            </ns1:r>
            <ns1:br>
              <ns1:rPr lang="en-US" dirty="0"/>
            </ns1:br>
            <ns1:r>
              <ns1:rPr lang="en-US" sz="5400" dirty="0"/>
              <ns1:t/>
            </ns1:r>
            <ns1:br>
              <ns1:rPr lang="en-US" sz="5400" dirty="0"/>
            </ns1:br>
            <ns1:endParaRPr lang="en-US" dirty="0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sz="quarter" idx="13"/>
          </ns0:nvPr>
        </ns0:nvSpPr>
        <ns0:spPr/>
        <ns0:txBody>
          <ns1:bodyPr>
            <ns1:normAutofit/>
          </ns1:bodyPr>
          <ns1:lstStyle/>
          <ns1:p>
            <ns1:pPr marL="45720" indent="0">
              <ns1:buNone/>
            </ns1:pPr>
            <ns1:r>
              <ns1:rPr lang="en-US" sz="1800" dirty="0"/>
              <ns1:t> 		                          </ns1:t>
            </ns1:r>
          </ns1:p>
        </ns0:txBody>
      </ns0:sp>
      <ns0:pic>
        <ns0:nvPicPr>
          <ns0:cNvPr id="5" name="Picture 4" descr="C:\Users\Pako\Desktop\1200px-ITT_Corporation.svg.png"/>
          <ns0:cNvPicPr/>
          <ns0:nvPr/>
        </ns0:nvPicPr>
        <ns0:blipFill>
          <ns1:blip ns2:embed="rId2" cstate="print"/>
          <ns1:srcRect/>
          <ns1:stretch>
            <ns1:fillRect/>
          </ns1:stretch>
        </ns0:blipFill>
        <ns0:spPr bwMode="auto">
          <ns1:xfrm>
            <ns1:off x="3373437" y="5276311"/>
            <ns1:ext cx="1939925" cy="1069395"/>
          </ns1:xfrm>
          <ns1:prstGeom prst="rect">
            <ns1:avLst/>
          </ns1:prstGeom>
          <ns1:noFill/>
          <ns1:ln w="9525">
            <ns1:noFill/>
            <ns1:miter lim="800000"/>
            <ns1:headEnd/>
            <ns1:tailEnd/>
          </ns1:ln>
        </ns0:spPr>
      </ns0:pic>
      <ns0:pic>
        <ns0:nvPicPr>
          <ns0:cNvPr id="6" name="Picture 5" descr="C:\Users\Pako\Desktop\kbl.png"/>
          <ns0:cNvPicPr/>
          <ns0:nvPr/>
        </ns0:nvPicPr>
        <ns0:blipFill>
          <ns1:blip ns2:embed="rId3"/>
          <ns1:srcRect/>
          <ns1:stretch>
            <ns1:fillRect/>
          </ns1:stretch>
        </ns0:blipFill>
        <ns0:spPr bwMode="auto">
          <ns1:xfrm>
            <ns1:off x="307975" y="762000"/>
            <ns1:ext cx="1691480" cy="1698093"/>
          </ns1:xfrm>
          <ns1:prstGeom prst="rect">
            <ns1:avLst/>
          </ns1:prstGeom>
          <ns1:noFill/>
          <ns1:ln w="9525">
            <ns1:noFill/>
            <ns1:miter lim="800000"/>
            <ns1:headEnd/>
            <ns1:tailEnd/>
          </ns1:ln>
        </ns0:spPr>
      </ns0:pic>
      <ns0:pic>
        <ns0:nvPicPr>
          <ns0:cNvPr id="7" name="Picture 6" descr="E:\2016-2017\PAKO PROFILE\logos\Xylem logo (hi-res).jpg"/>
          <ns0:cNvPicPr/>
          <ns0:nvPr/>
        </ns0:nvPicPr>
        <ns0:blipFill>
          <ns1:blip ns2:embed="rId4" cstate="print"/>
          <ns1:srcRect/>
          <ns1:stretch>
            <ns1:fillRect/>
          </ns1:stretch>
        </ns0:blipFill>
        <ns0:spPr bwMode="auto">
          <ns1:xfrm>
            <ns1:off x="6028681" y="5861927"/>
            <ns1:ext cx="2469951" cy="861959"/>
          </ns1:xfrm>
          <ns1:prstGeom prst="rect">
            <ns1:avLst/>
          </ns1:prstGeom>
          <ns1:noFill/>
          <ns1:ln w="9525">
            <ns1:solidFill>
              <ns1:schemeClr val="accent1"/>
            </ns1:solidFill>
            <ns1:miter lim="800000"/>
            <ns1:headEnd/>
            <ns1:tailEnd/>
          </ns1:ln>
        </ns0:spPr>
      </ns0:pic>
      <ns0:pic>
        <ns0:nvPicPr>
          <ns0:cNvPr id="9" name="Picture 8" descr="C:\Users\Pako\Desktop\Flowserve.svg.png"/>
          <ns0:cNvPicPr/>
          <ns0:nvPr/>
        </ns0:nvPicPr>
        <ns0:blipFill>
          <ns1:blip ns2:embed="rId5" cstate="print"/>
          <ns1:srcRect/>
          <ns1:stretch>
            <ns1:fillRect/>
          </ns1:stretch>
        </ns0:blipFill>
        <ns0:spPr bwMode="auto">
          <ns1:xfrm>
            <ns1:off x="533400" y="4626243"/>
            <ns1:ext cx="2004889" cy="798937"/>
          </ns1:xfrm>
          <ns1:prstGeom prst="rect">
            <ns1:avLst/>
          </ns1:prstGeom>
          <ns1:noFill/>
          <ns1:ln w="9525">
            <ns1:noFill/>
            <ns1:miter lim="800000"/>
            <ns1:headEnd/>
            <ns1:tailEnd/>
          </ns1:ln>
        </ns0:spPr>
      </ns0:pic>
      <ns0:pic>
        <ns0:nvPicPr>
          <ns0:cNvPr id="11" name="Picture 10" descr="C:\Users\Pako\Desktop\wpil_logo.svg_.png"/>
          <ns0:cNvPicPr/>
          <ns0:nvPr/>
        </ns0:nvPicPr>
        <ns0:blipFill>
          <ns1:blip ns2:embed="rId6"/>
          <ns1:srcRect/>
          <ns1:stretch>
            <ns1:fillRect/>
          </ns1:stretch>
        </ns0:blipFill>
        <ns0:spPr bwMode="auto">
          <ns1:xfrm>
            <ns1:off x="6332462" y="4856993"/>
            <ns1:ext cx="2430538" cy="668346"/>
          </ns1:xfrm>
          <ns1:prstGeom prst="rect">
            <ns1:avLst/>
          </ns1:prstGeom>
          <ns1:noFill/>
          <ns1:ln w="9525">
            <ns1:noFill/>
            <ns1:miter lim="800000"/>
            <ns1:headEnd/>
            <ns1:tailEnd/>
          </ns1:ln>
        </ns0:spPr>
      </ns0:pic>
      <ns0:pic>
        <ns0:nvPicPr>
          <ns0:cNvPr id="1026" name="Picture 2" descr="C:\Users\Admin\Desktop\presentation\tmeic_logo_square_750_750_80.jpg"/>
          <ns0:cNvPicPr>
            <ns1:picLocks noChangeAspect="1" noChangeArrowheads="1"/>
          </ns0:cNvPicPr>
          <ns0:nvPr/>
        </ns0:nvPicPr>
        <ns0:blipFill>
          <ns1:blip ns2:embed="rId7"/>
          <ns1:srcRect/>
          <ns1:stretch>
            <ns1:fillRect/>
          </ns1:stretch>
        </ns0:blipFill>
        <ns0:spPr bwMode="auto">
          <ns1:xfrm>
            <ns1:off x="173510" y="5845983"/>
            <ns1:ext cx="2109956" cy="821475"/>
          </ns1:xfrm>
          <ns1:prstGeom prst="rect">
            <ns1:avLst/>
          </ns1:prstGeom>
          <ns1:noFill/>
        </ns0:spPr>
      </ns0:pic>
      <ns0:pic>
        <ns0:nvPicPr>
          <ns0:cNvPr id="1027" name="Picture 3" descr="C:\Users\Admin\Desktop\presentation\GD-NASH-logo-Hi-rez-no-tag-RGB-1024x350.jpg"/>
          <ns0:cNvPicPr>
            <ns1:picLocks noChangeAspect="1" noChangeArrowheads="1"/>
          </ns0:cNvPicPr>
          <ns0:nvPr/>
        </ns0:nvPicPr>
        <ns0:blipFill>
          <ns1:blip ns2:embed="rId8" cstate="print"/>
          <ns1:srcRect/>
          <ns1:stretch>
            <ns1:fillRect/>
          </ns1:stretch>
        </ns0:blipFill>
        <ns0:spPr bwMode="auto">
          <ns1:xfrm>
            <ns1:off x="91110" y="3261085"/>
            <ns1:ext cx="2762913" cy="944355"/>
          </ns1:xfrm>
          <ns1:prstGeom prst="rect">
            <ns1:avLst/>
          </ns1:prstGeom>
          <ns1:noFill/>
        </ns0:spPr>
      </ns0:pic>
      <ns0:pic>
        <ns0:nvPicPr>
          <ns0:cNvPr id="14" name="Picture 2" descr="C:\Users\OM\Desktop\LOG_DE0_893917_01695847.jpg.png"/>
          <ns0:cNvPicPr>
            <ns1:picLocks noChangeAspect="1" noChangeArrowheads="1"/>
          </ns0:cNvPicPr>
          <ns0:nvPr/>
        </ns0:nvPicPr>
        <ns0:blipFill>
          <ns1:blip ns2:embed="rId9" cstate="print">
            <ns1:extLst>
              <ns1:ext uri="{28A0092B-C50C-407E-A947-70E740481C1C}">
                <ns3:useLocalDpi val="0"/>
              </ns1:ext>
            </ns1:extLst>
          </ns1:blip>
          <ns1:srcRect/>
          <ns1:stretch>
            <ns1:fillRect/>
          </ns1:stretch>
        </ns0:blipFill>
        <ns0:spPr bwMode="auto">
          <ns1:xfrm>
            <ns1:off x="3337024" y="1667119"/>
            <ns1:ext cx="2149376" cy="2149376"/>
          </ns1:xfrm>
          <ns1:prstGeom prst="rect">
            <ns1:avLst/>
          </ns1:prstGeom>
          <ns1:noFill/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</ns0:pic>
      <ns0:sp>
        <ns0:nvSpPr>
          <ns0:cNvPr id="12290" name="AutoShape 2" descr="CPC Pumps International, part of the Atlas Copco Gas and Process Division"/>
          <ns0:cNvSpPr>
            <ns1:spLocks noChangeAspect="1" noChangeArrowheads="1"/>
          </ns0:cNvSpPr>
          <ns0:nvPr/>
        </ns0:nvSpPr>
        <ns0:spPr bwMode="auto">
          <ns1:xfrm>
            <ns1:off x="155575" y="-144463"/>
            <ns1:ext cx="304800" cy="304801"/>
          </ns1:xfrm>
          <ns1:prstGeom prst="rect">
            <ns1:avLst/>
          </ns1:prstGeom>
          <ns1:noFill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dirty="0"/>
          </ns1:p>
        </ns0:txBody>
      </ns0:sp>
      <ns0:pic>
        <ns0:nvPicPr>
          <ns0:cNvPr id="20" name="Picture 19">
            <ns1:extLst>
              <ns1:ext uri="{FF2B5EF4-FFF2-40B4-BE49-F238E27FC236}">
                <ns4:creationId id="{7DA49BB7-4E9F-98D5-7036-5185CB5B9534}"/>
              </ns1:ext>
            </ns1:extLst>
          </ns0:cNvPr>
          <ns0:cNvPicPr>
            <ns1:picLocks noChangeAspect="1"/>
          </ns0:cNvPicPr>
          <ns0:nvPr/>
        </ns0:nvPicPr>
        <ns0:blipFill>
          <ns1:blip ns2:embed="rId10" cstate="print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3294763" y="3740005"/>
            <ns1:ext cx="2469951" cy="1372195"/>
          </ns1:xfrm>
          <ns1:prstGeom prst="rect">
            <ns1:avLst/>
          </ns1:prstGeom>
        </ns0:spPr>
      </ns0:pic>
      <ns0:pic>
        <ns0:nvPicPr>
          <ns0:cNvPr id="22" name="Picture 21">
            <ns1:extLst>
              <ns1:ext uri="{FF2B5EF4-FFF2-40B4-BE49-F238E27FC236}">
                <ns4:creationId id="{001F52E1-B17B-5D3C-9B1F-17C556866234}"/>
              </ns1:ext>
            </ns1:extLst>
          </ns0:cNvPr>
          <ns0:cNvPicPr>
            <ns1:picLocks noChangeAspect="1"/>
          </ns0:cNvPicPr>
          <ns0:nvPr/>
        </ns0:nvPicPr>
        <ns0:blipFill>
          <ns1:blip ns2:embed="rId11" cstate="print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5872407" y="1318586"/>
            <ns1:ext cx="2989936" cy="915693"/>
          </ns1:xfrm>
          <ns1:prstGeom prst="rect">
            <ns1:avLst/>
          </ns1:prstGeom>
        </ns0:spPr>
      </ns0:pic>
      <ns0:pic>
        <ns0:nvPicPr>
          <ns0:cNvPr id="26" name="Picture 25">
            <ns1:extLst>
              <ns1:ext uri="{FF2B5EF4-FFF2-40B4-BE49-F238E27FC236}">
                <ns4:creationId id="{61F0357C-C8D9-2F39-C01F-A52D83DEEA1D}"/>
              </ns1:ext>
            </ns1:extLst>
          </ns0:cNvPr>
          <ns0:cNvPicPr>
            <ns1:picLocks noChangeAspect="1"/>
          </ns0:cNvPicPr>
          <ns0:nvPr/>
        </ns0:nvPicPr>
        <ns0:blipFill>
          <ns1:blip ns2:embed="rId12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6429295" y="2604276"/>
            <ns1:ext cx="1952705" cy="1952705"/>
          </ns1:xfrm>
          <ns1:prstGeom prst="rect">
            <ns1:avLst/>
          </ns1:prstGeom>
        </ns0:spPr>
      </ns0:pic>
      <ns0:pic>
        <ns0:nvPicPr>
          <ns0:cNvPr id="4" name="Picture 3"/>
          <ns0:cNvPicPr>
            <ns1:picLocks noChangeAspect="1"/>
          </ns0:cNvPicPr>
          <ns0:nvPr/>
        </ns0:nvPicPr>
        <ns0:blipFill>
          <ns1:blip ns2:embed="rId13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2520082" y="903321"/>
            <ns1:ext cx="3379286" cy="1013786"/>
          </ns1:xfrm>
          <ns1:prstGeom prst="rect">
            <ns1:avLst/>
          </ns1:prstGeom>
        </ns0:spPr>
      </ns0:pic>
    </ns0:spTree>
    <ns0:extLst>
      <ns0:ext uri="{BB962C8B-B14F-4D97-AF65-F5344CB8AC3E}">
        <ns5:creationId val="2422235925"/>
      </ns0:ext>
    </ns0:extLst>
  </ns0:cSld>
  <ns0:clrMapOvr>
    <ns1:masterClrMapping/>
  </ns0:clrMapOvr>
  <ns6:AlternateContent>
    <ns6:Choice Requires="p14">
      <ns0:transition spd="slow" ns5:dur="1250">
        <ns0:checker/>
      </ns0:transition>
    </ns6:Choice>
    <ns6:Fallback>
      <ns0:transition spd="slow">
        <ns0:checker/>
      </ns0:transition>
    </ns6:Fallback>
  </ns6:AlternateContent>
</ns0:sld>
</file>

<file path=ppt/slides/slide25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xmlns:ns4="http://schemas.microsoft.com/office/drawing/2014/main" xmlns:ns5="http://schemas.microsoft.com/office/powerpoint/2010/main" xmlns:ns6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Content Placeholder 2"/>
          <ns0:cNvSpPr>
            <ns1:spLocks noGrp="1"/>
          </ns0:cNvSpPr>
          <ns0:nvPr>
            <ns0:ph sz="quarter" idx="13"/>
          </ns0:nvPr>
        </ns0:nvSpPr>
        <ns0:spPr/>
        <ns0:txBody>
          <ns1:bodyPr/>
          <ns1:lstStyle/>
          <ns1:p>
            <ns1:endParaRPr lang="en-IN" dirty="0"/>
          </ns1:p>
          <ns1:p>
            <ns1:endParaRPr lang="en-IN" dirty="0"/>
          </ns1:p>
          <ns1:p>
            <ns1:endParaRPr lang="en-IN" dirty="0"/>
          </ns1:p>
        </ns0:txBody>
      </ns0:sp>
      <ns0:pic>
        <ns0:nvPicPr>
          <ns0:cNvPr id="1026" name="Picture 2" descr="C:\Users\HP\Downloads\world map.jpg"/>
          <ns0:cNvPicPr>
            <ns1:picLocks noChangeAspect="1" noChangeArrowheads="1"/>
          </ns0:cNvPicPr>
          <ns0:nvPr/>
        </ns0:nvPicPr>
        <ns0:blipFill>
          <ns1:blip ns2:embed="rId2">
            <ns1:extLst>
              <ns1:ext uri="{28A0092B-C50C-407E-A947-70E740481C1C}">
                <ns3:useLocalDpi val="0"/>
              </ns1:ext>
            </ns1:extLst>
          </ns1:blip>
          <ns1:srcRect/>
          <ns1:stretch>
            <ns1:fillRect/>
          </ns1:stretch>
        </ns0:blipFill>
        <ns0:spPr bwMode="auto">
          <ns1:xfrm>
            <ns1:off x="142568" y="191231"/>
            <ns1:ext cx="8839200" cy="6621463"/>
          </ns1:xfrm>
          <ns1:prstGeom prst="rect">
            <ns1:avLst/>
          </ns1:prstGeom>
          <ns1:noFill/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</ns0:pic>
      <ns0:sp>
        <ns0:nvSpPr>
          <ns0:cNvPr id="5" name="AutoShape 4" descr="Location logo, Location Computer Icons ..."/>
          <ns0:cNvSpPr>
            <ns1:spLocks noChangeAspect="1" noChangeArrowheads="1"/>
          </ns0:cNvSpPr>
          <ns0:nvPr/>
        </ns0:nvSpPr>
        <ns0:spPr bwMode="auto">
          <ns1:xfrm>
            <ns1:off x="155575" y="-144463"/>
            <ns1:ext cx="304800" cy="304801"/>
          </ns1:xfrm>
          <ns1:prstGeom prst="rect">
            <ns1:avLst/>
          </ns1:prstGeom>
          <ns1:noFill/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IN"/>
          </ns1:p>
        </ns0:txBody>
      </ns0:sp>
      <ns0:sp>
        <ns0:nvSpPr>
          <ns0:cNvPr id="6" name="AutoShape 6" descr="Location logo, Location Computer Icons ..."/>
          <ns0:cNvSpPr>
            <ns1:spLocks noChangeAspect="1" noChangeArrowheads="1"/>
          </ns0:cNvSpPr>
          <ns0:nvPr/>
        </ns0:nvSpPr>
        <ns0:spPr bwMode="auto">
          <ns1:xfrm>
            <ns1:off x="307975" y="7937"/>
            <ns1:ext cx="304800" cy="304801"/>
          </ns1:xfrm>
          <ns1:prstGeom prst="rect">
            <ns1:avLst/>
          </ns1:prstGeom>
          <ns1:noFill/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IN"/>
          </ns1:p>
        </ns0:txBody>
      </ns0:sp>
      <ns0:sp>
        <ns0:nvSpPr>
          <ns0:cNvPr id="8" name="AutoShape 8" descr="Location logo, Location Computer Icons ..."/>
          <ns0:cNvSpPr>
            <ns1:spLocks noChangeAspect="1" noChangeArrowheads="1"/>
          </ns0:cNvSpPr>
          <ns0:nvPr/>
        </ns0:nvSpPr>
        <ns0:spPr bwMode="auto">
          <ns1:xfrm>
            <ns1:off x="460375" y="160337"/>
            <ns1:ext cx="304800" cy="304801"/>
          </ns1:xfrm>
          <ns1:prstGeom prst="rect">
            <ns1:avLst/>
          </ns1:prstGeom>
          <ns1:noFill/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IN"/>
          </ns1:p>
        </ns0:txBody>
      </ns0:sp>
      <ns0:sp>
        <ns0:nvSpPr>
          <ns0:cNvPr id="23" name="Flowchart: Merge 22"/>
          <ns0:cNvSpPr/>
          <ns0:nvPr/>
        </ns0:nvSpPr>
        <ns0:spPr>
          <ns1:xfrm>
            <ns1:off x="7410143" y="2686579"/>
            <ns1:ext cx="171450" cy="171450"/>
          </ns1:xfrm>
          <ns1:prstGeom prst="flowChartMerge">
            <ns1:avLst/>
          </ns1:prstGeom>
          <ns1:solidFill>
            <ns1:srgbClr val="FF0000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26" name="Flowchart: Merge 25"/>
          <ns0:cNvSpPr/>
          <ns0:nvPr/>
        </ns0:nvSpPr>
        <ns0:spPr>
          <ns1:xfrm>
            <ns1:off x="3886200" y="2286000"/>
            <ns1:ext cx="171450" cy="171450"/>
          </ns1:xfrm>
          <ns1:prstGeom prst="flowChartMerge">
            <ns1:avLst/>
          </ns1:prstGeom>
          <ns1:solidFill>
            <ns1:srgbClr val="FF0000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24" name="TextBox 23"/>
          <ns0:cNvSpPr txBox="1"/>
          <ns0:nvPr/>
        </ns0:nvSpPr>
        <ns0:spPr>
          <ns1:xfrm>
            <ns1:off x="7486650" y="2416658"/>
            <ns1:ext cx="885825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dirty="0">
                <ns1:solidFill>
                  <ns1:srgbClr val="FF0000"/>
                </ns1:solidFill>
              </ns1:rPr>
              <ns1:t>Japan</ns1:t>
            </ns1:r>
            <ns1:endParaRPr lang="en-IN" sz="1200" dirty="0">
              <ns1:solidFill>
                <ns1:srgbClr val="FF0000"/>
              </ns1:solidFill>
            </ns1:endParaRPr>
          </ns1:p>
        </ns0:txBody>
      </ns0:sp>
      <ns0:sp>
        <ns0:nvSpPr>
          <ns0:cNvPr id="25" name="TextBox 24"/>
          <ns0:cNvSpPr txBox="1"/>
          <ns0:nvPr/>
        </ns0:nvSpPr>
        <ns0:spPr>
          <ns1:xfrm>
            <ns1:off x="3305175" y="2180451"/>
            <ns1:ext cx="666750" cy="26161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100" dirty="0">
                <ns1:solidFill>
                  <ns1:srgbClr val="FF0000"/>
                </ns1:solidFill>
              </ns1:rPr>
              <ns1:t>France</ns1:t>
            </ns1:r>
            <ns1:endParaRPr lang="en-IN" sz="1100" dirty="0">
              <ns1:solidFill>
                <ns1:srgbClr val="FF0000"/>
              </ns1:solidFill>
            </ns1:endParaRPr>
          </ns1:p>
        </ns0:txBody>
      </ns0:sp>
      <ns0:sp>
        <ns0:nvSpPr>
          <ns0:cNvPr id="29" name="Flowchart: Merge 28"/>
          <ns0:cNvSpPr/>
          <ns0:nvPr/>
        </ns0:nvSpPr>
        <ns0:spPr>
          <ns1:xfrm>
            <ns1:off x="4307163" y="2416658"/>
            <ns1:ext cx="171450" cy="171450"/>
          </ns1:xfrm>
          <ns1:prstGeom prst="flowChartMerge">
            <ns1:avLst/>
          </ns1:prstGeom>
          <ns1:solidFill>
            <ns1:srgbClr val="FF0000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31" name="TextBox 30"/>
          <ns0:cNvSpPr txBox="1"/>
          <ns0:nvPr/>
        </ns0:nvSpPr>
        <ns0:spPr>
          <ns1:xfrm>
            <ns1:off x="4341576" y="2201418"/>
            <ns1:ext cx="666750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dirty="0" err="1">
                <ns1:solidFill>
                  <ns1:srgbClr val="FF0000"/>
                </ns1:solidFill>
              </ns1:rPr>
              <ns1:t>Italy</ns1:t>
            </ns1:r>
            <ns1:endParaRPr lang="en-IN" sz="1200" dirty="0">
              <ns1:solidFill>
                <ns1:srgbClr val="FF0000"/>
              </ns1:solidFill>
            </ns1:endParaRPr>
          </ns1:p>
        </ns0:txBody>
      </ns0:sp>
      <ns0:sp>
        <ns0:nvSpPr>
          <ns0:cNvPr id="32" name="Flowchart: Merge 31"/>
          <ns0:cNvSpPr/>
          <ns0:nvPr/>
        </ns0:nvSpPr>
        <ns0:spPr>
          <ns1:xfrm>
            <ns1:off x="5117975" y="3150527"/>
            <ns1:ext cx="171450" cy="171450"/>
          </ns1:xfrm>
          <ns1:prstGeom prst="flowChartMerge">
            <ns1:avLst/>
          </ns1:prstGeom>
          <ns1:solidFill>
            <ns1:srgbClr val="FF0000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33" name="TextBox 32"/>
          <ns0:cNvSpPr txBox="1"/>
          <ns0:nvPr/>
        </ns0:nvSpPr>
        <ns0:spPr>
          <ns1:xfrm>
            <ns1:off x="5213840" y="2712090"/>
            <ns1:ext cx="666750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dirty="0">
                <ns1:solidFill>
                  <ns1:srgbClr val="FF0000"/>
                </ns1:solidFill>
              </ns1:rPr>
              <ns1:t>UAE</ns1:t>
            </ns1:r>
          </ns1:p>
        </ns0:txBody>
      </ns0:sp>
      <ns0:sp>
        <ns0:nvSpPr>
          <ns0:cNvPr id="34" name="Flowchart: Merge 33"/>
          <ns0:cNvSpPr/>
          <ns0:nvPr/>
        </ns0:nvSpPr>
        <ns0:spPr>
          <ns1:xfrm>
            <ns1:off x="5248275" y="2954594"/>
            <ns1:ext cx="171450" cy="171450"/>
          </ns1:xfrm>
          <ns1:prstGeom prst="flowChartMerge">
            <ns1:avLst/>
          </ns1:prstGeom>
          <ns1:solidFill>
            <ns1:srgbClr val="FF0000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35" name="Flowchart: Merge 34"/>
          <ns0:cNvSpPr/>
          <ns0:nvPr/>
        </ns0:nvSpPr>
        <ns0:spPr>
          <ns1:xfrm>
            <ns1:off x="5547215" y="3183182"/>
            <ns1:ext cx="171450" cy="171450"/>
          </ns1:xfrm>
          <ns1:prstGeom prst="flowChartMerge">
            <ns1:avLst/>
          </ns1:prstGeom>
          <ns1:solidFill>
            <ns1:srgbClr val="FF0000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36" name="Flowchart: Merge 35"/>
          <ns0:cNvSpPr/>
          <ns0:nvPr/>
        </ns0:nvSpPr>
        <ns0:spPr>
          <ns1:xfrm>
            <ns1:off x="4080827" y="2041951"/>
            <ns1:ext cx="171450" cy="171450"/>
          </ns1:xfrm>
          <ns1:prstGeom prst="flowChartMerge">
            <ns1:avLst/>
          </ns1:prstGeom>
          <ns1:solidFill>
            <ns1:srgbClr val="FF0000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37" name="TextBox 36"/>
          <ns0:cNvSpPr txBox="1"/>
          <ns0:nvPr/>
        </ns0:nvSpPr>
        <ns0:spPr>
          <ns1:xfrm>
            <ns1:off x="3381374" y="1838694"/>
            <ns1:ext cx="1009651" cy="26161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100" dirty="0">
                <ns1:solidFill>
                  <ns1:srgbClr val="FF0000"/>
                </ns1:solidFill>
              </ns1:rPr>
              <ns1:t>Netherlands</ns1:t>
            </ns1:r>
            <ns1:endParaRPr lang="en-IN" sz="1100" dirty="0">
              <ns1:solidFill>
                <ns1:srgbClr val="FF0000"/>
              </ns1:solidFill>
            </ns1:endParaRPr>
          </ns1:p>
        </ns0:txBody>
      </ns0:sp>
      <ns0:sp>
        <ns0:nvSpPr>
          <ns0:cNvPr id="38" name="Flowchart: Merge 37"/>
          <ns0:cNvSpPr/>
          <ns0:nvPr/>
        </ns0:nvSpPr>
        <ns0:spPr>
          <ns1:xfrm>
            <ns1:off x="7162800" y="2540641"/>
            <ns1:ext cx="171450" cy="171450"/>
          </ns1:xfrm>
          <ns1:prstGeom prst="flowChartMerge">
            <ns1:avLst/>
          </ns1:prstGeom>
          <ns1:solidFill>
            <ns1:srgbClr val="FF0000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39" name="TextBox 38"/>
          <ns0:cNvSpPr txBox="1"/>
          <ns0:nvPr/>
        </ns0:nvSpPr>
        <ns0:spPr>
          <ns1:xfrm>
            <ns1:off x="7334250" y="2200705"/>
            <ns1:ext cx="1009651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dirty="0">
                <ns1:solidFill>
                  <ns1:srgbClr val="FF0000"/>
                </ns1:solidFill>
              </ns1:rPr>
              <ns1:t>South Korea</ns1:t>
            </ns1:r>
            <ns1:endParaRPr lang="en-IN" sz="1200" dirty="0">
              <ns1:solidFill>
                <ns1:srgbClr val="FF0000"/>
              </ns1:solidFill>
            </ns1:endParaRPr>
          </ns1:p>
        </ns0:txBody>
      </ns0:sp>
      <ns0:sp>
        <ns0:nvSpPr>
          <ns0:cNvPr id="40" name="Flowchart: Merge 39"/>
          <ns0:cNvSpPr/>
          <ns0:nvPr/>
        </ns0:nvSpPr>
        <ns0:spPr>
          <ns1:xfrm>
            <ns1:off x="4166478" y="2190597"/>
            <ns1:ext cx="171450" cy="171450"/>
          </ns1:xfrm>
          <ns1:prstGeom prst="flowChartMerge">
            <ns1:avLst/>
          </ns1:prstGeom>
          <ns1:solidFill>
            <ns1:srgbClr val="FF0000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41" name="TextBox 40"/>
          <ns0:cNvSpPr txBox="1"/>
          <ns0:nvPr/>
        </ns0:nvSpPr>
        <ns0:spPr>
          <ns1:xfrm>
            <ns1:off x="4307163" y="1903452"/>
            <ns1:ext cx="941112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dirty="0">
                <ns1:solidFill>
                  <ns1:srgbClr val="FF0000"/>
                </ns1:solidFill>
              </ns1:rPr>
              <ns1:t>Germany</ns1:t>
            </ns1:r>
            <ns1:endParaRPr lang="en-IN" sz="1200" dirty="0">
              <ns1:solidFill>
                <ns1:srgbClr val="FF0000"/>
              </ns1:solidFill>
            </ns1:endParaRPr>
          </ns1:p>
        </ns0:txBody>
      </ns0:sp>
      <ns0:sp>
        <ns0:nvSpPr>
          <ns0:cNvPr id="42" name="Flowchart: Merge 41"/>
          <ns0:cNvSpPr/>
          <ns0:nvPr/>
        </ns0:nvSpPr>
        <ns0:spPr>
          <ns1:xfrm>
            <ns1:off x="1703746" y="1956226"/>
            <ns1:ext cx="171450" cy="171450"/>
          </ns1:xfrm>
          <ns1:prstGeom prst="flowChartMerge">
            <ns1:avLst/>
          </ns1:prstGeom>
          <ns1:solidFill>
            <ns1:srgbClr val="FF0000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43" name="TextBox 42"/>
          <ns0:cNvSpPr txBox="1"/>
          <ns0:nvPr/>
        </ns0:nvSpPr>
        <ns0:spPr>
          <ns1:xfrm>
            <ns1:off x="1370370" y="1556618"/>
            <ns1:ext cx="839429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dirty="0">
                <ns1:solidFill>
                  <ns1:srgbClr val="FF0000"/>
                </ns1:solidFill>
              </ns1:rPr>
              <ns1:t>Canada</ns1:t>
            </ns1:r>
            <ns1:endParaRPr lang="en-IN" sz="1200" dirty="0">
              <ns1:solidFill>
                <ns1:srgbClr val="FF0000"/>
              </ns1:solidFill>
            </ns1:endParaRPr>
          </ns1:p>
        </ns0:txBody>
      </ns0:sp>
      <ns0:sp>
        <ns0:nvSpPr>
          <ns0:cNvPr id="44" name="Flowchart: Merge 43"/>
          <ns0:cNvSpPr/>
          <ns0:nvPr/>
        </ns0:nvSpPr>
        <ns0:spPr>
          <ns1:xfrm>
            <ns1:off x="1284645" y="2858029"/>
            <ns1:ext cx="171450" cy="171450"/>
          </ns1:xfrm>
          <ns1:prstGeom prst="flowChartMerge">
            <ns1:avLst/>
          </ns1:prstGeom>
          <ns1:solidFill>
            <ns1:srgbClr val="FF0000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45" name="TextBox 44"/>
          <ns0:cNvSpPr txBox="1"/>
          <ns0:nvPr/>
        </ns0:nvSpPr>
        <ns0:spPr>
          <ns1:xfrm>
            <ns1:off x="408652" y="2712091"/>
            <ns1:ext cx="839429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dirty="0">
                <ns1:solidFill>
                  <ns1:srgbClr val="FF0000"/>
                </ns1:solidFill>
              </ns1:rPr>
              <ns1:t>United States</ns1:t>
            </ns1:r>
            <ns1:endParaRPr lang="en-IN" sz="1200" dirty="0">
              <ns1:solidFill>
                <ns1:srgbClr val="FF0000"/>
              </ns1:solidFill>
            </ns1:endParaRPr>
          </ns1:p>
        </ns0:txBody>
      </ns0:sp>
      <ns0:sp>
        <ns0:nvSpPr>
          <ns0:cNvPr id="2" name="TextBox 1">
            <ns1:extLst>
              <ns1:ext uri="{FF2B5EF4-FFF2-40B4-BE49-F238E27FC236}">
                <ns4:creationId id="{6C84EE69-F0BE-0600-8809-C9151D0C1684}"/>
              </ns1:ext>
            </ns1:extLst>
          </ns0:cNvPr>
          <ns0:cNvSpPr txBox="1"/>
          <ns0:nvPr/>
        </ns0:nvSpPr>
        <ns0:spPr>
          <ns1:xfrm>
            <ns1:off x="3326365" y="2473668"/>
            <ns1:ext cx="1032408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IN" sz="1200" dirty="0">
                <ns1:solidFill>
                  <ns1:srgbClr val="FF0000"/>
                </ns1:solidFill>
              </ns1:rPr>
              <ns1:t>Switzerland</ns1:t>
            </ns1:r>
          </ns1:p>
        </ns0:txBody>
      </ns0:sp>
      <ns0:sp>
        <ns0:nvSpPr>
          <ns0:cNvPr id="7" name="Flowchart: Merge 6">
            <ns1:extLst>
              <ns1:ext uri="{FF2B5EF4-FFF2-40B4-BE49-F238E27FC236}">
                <ns4:creationId id="{02BB6D76-0A07-3606-210D-F95147B6C076}"/>
              </ns1:ext>
            </ns1:extLst>
          </ns0:cNvPr>
          <ns0:cNvSpPr/>
          <ns0:nvPr/>
        </ns0:nvSpPr>
        <ns0:spPr>
          <ns1:xfrm>
            <ns1:off x="4209743" y="2482462"/>
            <ns1:ext cx="171450" cy="171450"/>
          </ns1:xfrm>
          <ns1:prstGeom prst="flowChartMerge">
            <ns1:avLst/>
          </ns1:prstGeom>
          <ns1:solidFill>
            <ns1:srgbClr val="FF0000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IN"/>
          </ns1:p>
        </ns0:txBody>
      </ns0:sp>
      <ns0:sp>
        <ns0:nvSpPr>
          <ns0:cNvPr id="9" name="TextBox 8">
            <ns1:extLst>
              <ns1:ext uri="{FF2B5EF4-FFF2-40B4-BE49-F238E27FC236}">
                <ns4:creationId id="{22035727-F77C-06E2-03F4-E8EDB95042B6}"/>
              </ns1:ext>
            </ns1:extLst>
          </ns0:cNvPr>
          <ns0:cNvSpPr txBox="1"/>
          <ns0:nvPr/>
        </ns0:nvSpPr>
        <ns0:spPr>
          <ns1:xfrm>
            <ns1:off x="5718665" y="3195528"/>
            <ns1:ext cx="1032408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IN" sz="1200" dirty="0">
                <ns1:solidFill>
                  <ns1:srgbClr val="FF0000"/>
                </ns1:solidFill>
              </ns1:rPr>
              <ns1:t>Oman</ns1:t>
            </ns1:r>
          </ns1:p>
        </ns0:txBody>
      </ns0:sp>
      <ns0:sp>
        <ns0:nvSpPr>
          <ns0:cNvPr id="10" name="TextBox 9">
            <ns1:extLst>
              <ns1:ext uri="{FF2B5EF4-FFF2-40B4-BE49-F238E27FC236}">
                <ns4:creationId id="{7365CC5B-6313-8CFA-6018-2D4FD1B41266}"/>
              </ns1:ext>
            </ns1:extLst>
          </ns0:cNvPr>
          <ns0:cNvSpPr txBox="1"/>
          <ns0:nvPr/>
        </ns0:nvSpPr>
        <ns0:spPr>
          <ns1:xfrm>
            <ns1:off x="4562168" y="3086465"/>
            <ns1:ext cx="666750" cy="41549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050" dirty="0">
                <ns1:solidFill>
                  <ns1:srgbClr val="FF0000"/>
                </ns1:solidFill>
              </ns1:rPr>
              <ns1:t>Saudi Arabia</ns1:t>
            </ns1:r>
          </ns1:p>
        </ns0:txBody>
      </ns0:sp>
      <ns0:sp>
        <ns0:nvSpPr>
          <ns0:cNvPr id="4" name="TextBox 3">
            <ns1:extLst>
              <ns1:ext uri="{FF2B5EF4-FFF2-40B4-BE49-F238E27FC236}">
                <ns4:creationId id="{B58ABAD4-25AD-6325-F055-54DBFF7B5FFC}"/>
              </ns1:ext>
            </ns1:extLst>
          </ns0:cNvPr>
          <ns0:cNvSpPr txBox="1"/>
          <ns0:nvPr/>
        </ns0:nvSpPr>
        <ns0:spPr>
          <ns1:xfrm>
            <ns1:off x="280629" y="259084"/>
            <ns1:ext cx="4893987" cy="123110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IN" sz="28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WORLDWIDE EXPORT COUNTRIES</ns1:t>
            </ns1:r>
          </ns1:p>
          <ns1:p>
            <ns1:endParaRPr lang="en-IN" dirty="0"/>
          </ns1:p>
        </ns0:txBody>
      </ns0:sp>
    </ns0:spTree>
    <ns0:extLst>
      <ns0:ext uri="{BB962C8B-B14F-4D97-AF65-F5344CB8AC3E}">
        <ns5:creationId val="564344301"/>
      </ns0:ext>
    </ns0:extLst>
  </ns0:cSld>
  <ns0:clrMapOvr>
    <ns1:masterClrMapping/>
  </ns0:clrMapOvr>
  <ns6:AlternateContent>
    <ns6:Choice Requires="p14">
      <ns0:transition spd="slow" ns5:dur="1250">
        <ns0:checker/>
      </ns0:transition>
    </ns6:Choice>
    <ns6:Fallback>
      <ns0:transition spd="slow">
        <ns0:checker/>
      </ns0:transition>
    </ns6:Fallback>
  </ns6:AlternateContent>
</ns0:sld>
</file>

<file path=ppt/slides/slide26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powerpoint/2010/main" xmlns:ns4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304800" y="381000"/>
            <ns1:ext cx="6512511" cy="1143000"/>
          </ns1:xfrm>
        </ns0:spPr>
        <ns0:txBody>
          <ns1:bodyPr/>
          <ns1:lstStyle/>
          <ns1:p>
            <ns1:pPr marL="0" indent="0">
              <ns1:buNone/>
            </ns1:pPr>
            <ns1:r>
              <ns1:rPr lang="en-US" sz="32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Flowserve Corporation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5181600" y="1981200"/>
            <ns1:ext cx="3810000" cy="58477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buFont typeface="Arial" pitchFamily="34" charset="0"/>
              <ns1:buChar char="•"/>
            </ns1:pPr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Mr. Fabrizio Baccani</ns1:t>
            </ns1:r>
          </ns1:p>
          <ns1:p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Director, Manufacturing</ns1:t>
            </ns1:r>
          </ns1:p>
        </ns0:txBody>
      </ns0:sp>
      <ns0:pic>
        <ns0:nvPicPr>
          <ns0:cNvPr id="2050" name="Picture 2" descr="C:\Users\Admin\Desktop\wap\IMG-20180613-WA0021.jpg"/>
          <ns0:cNvPicPr>
            <ns1:picLocks noChangeAspect="1" noChangeArrowheads="1"/>
          </ns0:cNvPicPr>
          <ns0:nvPr/>
        </ns0:nvPicPr>
        <ns0:blipFill>
          <ns1:blip ns2:embed="rId2"/>
          <ns1:srcRect/>
          <ns1:stretch>
            <ns1:fillRect/>
          </ns1:stretch>
        </ns0:blipFill>
        <ns0:spPr bwMode="auto">
          <ns1:xfrm>
            <ns1:off x="304800" y="1903437"/>
            <ns1:ext cx="4800600" cy="3201963"/>
          </ns1:xfrm>
          <ns1:prstGeom prst="rect">
            <ns1:avLst/>
          </ns1:prstGeom>
          <ns1:noFill/>
        </ns0:spPr>
      </ns0:pic>
      <ns0:sp>
        <ns0:nvSpPr>
          <ns0:cNvPr id="6" name="TextBox 5"/>
          <ns0:cNvSpPr txBox="1"/>
          <ns0:nvPr/>
        </ns0:nvSpPr>
        <ns0:spPr>
          <ns1:xfrm>
            <ns1:off x="5181600" y="2667000"/>
            <ns1:ext cx="2991525" cy="584775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>
              <ns1:buFont typeface="Arial" pitchFamily="34" charset="0"/>
              <ns1:buChar char="•"/>
            </ns1:pPr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Mr. Jayakumar Jagadeeshan</ns1:t>
            </ns1:r>
          </ns1:p>
          <ns1:p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Supply Chain</ns1:t>
            </ns1:r>
          </ns1:p>
        </ns0:txBody>
      </ns0:sp>
    </ns0:spTree>
    <ns0:extLst>
      <ns0:ext uri="{BB962C8B-B14F-4D97-AF65-F5344CB8AC3E}">
        <ns3:creationId val="2137547203"/>
      </ns0:ext>
    </ns0:extLst>
  </ns0:cSld>
  <ns0:clrMapOvr>
    <ns1:masterClrMapping/>
  </ns0:clrMapOvr>
  <ns4:AlternateContent>
    <ns4:Choice Requires="p14">
      <ns0:transition spd="slow" ns3:dur="1250">
        <ns0:checker/>
      </ns0:transition>
    </ns4:Choice>
    <ns4:Fallback>
      <ns0:transition spd="slow">
        <ns0:checker/>
      </ns0:transition>
    </ns4:Fallback>
  </ns4:AlternateContent>
</ns0:sld>
</file>

<file path=ppt/slides/slide27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powerpoint/2010/main" xmlns:ns4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393290" y="533400"/>
            <ns1:ext cx="3653782" cy="1143000"/>
          </ns1:xfrm>
        </ns0:spPr>
        <ns0:txBody>
          <ns1:bodyPr/>
          <ns1:lstStyle/>
          <ns1:p>
            <ns1:pPr marL="0" indent="0">
              <ns1:buNone/>
            </ns1:pPr>
            <ns1:r>
              <ns1:rPr lang="en-US" sz="32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NASH TEAM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4876800" y="1905000"/>
            <ns1:ext cx="3365858" cy="707886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r>
              <ns1:rPr lang="en-US" sz="20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Korean quality expert visit</ns1:t>
            </ns1:r>
          </ns1:p>
          <ns1:p>
            <ns1:r>
              <ns1:rPr lang="en-US" sz="20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                   For Inspection</ns1:t>
            </ns1:r>
          </ns1:p>
        </ns0:txBody>
      </ns0:sp>
      <ns0:pic>
        <ns0:nvPicPr>
          <ns0:cNvPr id="3074" name="Picture 2" descr="C:\Users\Admin\Desktop\wap\PAKO Suhas Khot 20180613_102209.jpg"/>
          <ns0:cNvPicPr>
            <ns1:picLocks noChangeAspect="1" noChangeArrowheads="1"/>
          </ns0:cNvPicPr>
          <ns0:nvPr/>
        </ns0:nvPicPr>
        <ns0:blipFill>
          <ns1:blip ns2:embed="rId2"/>
          <ns1:srcRect/>
          <ns1:stretch>
            <ns1:fillRect/>
          </ns1:stretch>
        </ns0:blipFill>
        <ns0:spPr bwMode="auto">
          <ns1:xfrm>
            <ns1:off x="381000" y="1790700"/>
            <ns1:ext cx="4320000" cy="3276600"/>
          </ns1:xfrm>
          <ns1:prstGeom prst="rect">
            <ns1:avLst/>
          </ns1:prstGeom>
          <ns1:noFill/>
        </ns0:spPr>
      </ns0:pic>
    </ns0:spTree>
    <ns0:extLst>
      <ns0:ext uri="{BB962C8B-B14F-4D97-AF65-F5344CB8AC3E}">
        <ns3:creationId val="2642065317"/>
      </ns0:ext>
    </ns0:extLst>
  </ns0:cSld>
  <ns0:clrMapOvr>
    <ns1:masterClrMapping/>
  </ns0:clrMapOvr>
  <ns4:AlternateContent>
    <ns4:Choice Requires="p14">
      <ns0:transition spd="slow" ns3:dur="1250">
        <ns0:checker/>
      </ns0:transition>
    </ns4:Choice>
    <ns4:Fallback>
      <ns0:transition spd="slow">
        <ns0:checker/>
      </ns0:transition>
    </ns4:Fallback>
  </ns4:AlternateContent>
</ns0:sld>
</file>

<file path=ppt/slides/slide28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powerpoint/2010/main" xmlns:ns4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050" name="Picture 2"/>
          <ns0:cNvPicPr>
            <ns1:picLocks noChangeAspect="1" noChangeArrowheads="1"/>
          </ns0:cNvPicPr>
          <ns0:nvPr/>
        </ns0:nvPicPr>
        <ns0:blipFill>
          <ns1:blip ns2:embed="rId3" cstate="print"/>
          <ns1:srcRect/>
          <ns1:stretch>
            <ns1:fillRect/>
          </ns1:stretch>
        </ns0:blipFill>
        <ns0:spPr bwMode="auto">
          <ns1:xfrm>
            <ns1:off x="0" y="1524000"/>
            <ns1:ext cx="4572000" cy="2792909"/>
          </ns1:xfrm>
          <ns1:prstGeom prst="rect">
            <ns1:avLst/>
          </ns1:prstGeom>
          <ns1:noFill/>
          <ns1:ln w="9525">
            <ns1:noFill/>
            <ns1:miter lim="800000"/>
            <ns1:headEnd/>
            <ns1:tailEnd/>
          </ns1:ln>
          <ns1:effectLst/>
        </ns0:spPr>
      </ns0:pic>
      <ns0:pic>
        <ns0:nvPicPr>
          <ns0:cNvPr id="2051" name="Picture 3"/>
          <ns0:cNvPicPr>
            <ns1:picLocks noChangeAspect="1" noChangeArrowheads="1"/>
          </ns0:cNvPicPr>
          <ns0:nvPr/>
        </ns0:nvPicPr>
        <ns0:blipFill>
          <ns1:blip ns2:embed="rId4" cstate="print"/>
          <ns1:srcRect/>
          <ns1:stretch>
            <ns1:fillRect/>
          </ns1:stretch>
        </ns0:blipFill>
        <ns0:spPr bwMode="auto">
          <ns1:xfrm>
            <ns1:off x="0" y="4065091"/>
            <ns1:ext cx="4572000" cy="2792909"/>
          </ns1:xfrm>
          <ns1:prstGeom prst="rect">
            <ns1:avLst/>
          </ns1:prstGeom>
          <ns1:noFill/>
          <ns1:ln w="9525">
            <ns1:noFill/>
            <ns1:miter lim="800000"/>
            <ns1:headEnd/>
            <ns1:tailEnd/>
          </ns1:ln>
          <ns1:effectLst/>
        </ns0:spPr>
      </ns0:pic>
      <ns0:sp>
        <ns0:nvSpPr>
          <ns0:cNvPr id="4" name="TextBox 3"/>
          <ns0:cNvSpPr txBox="1"/>
          <ns0:nvPr/>
        </ns0:nvSpPr>
        <ns0:spPr>
          <ns1:xfrm>
            <ns1:off x="533400" y="435114"/>
            <ns1:ext cx="3066865" cy="707886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r>
              <ns1:rPr lang="en-US" sz="32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TMEIC</ns1:t>
            </ns1:r>
            <ns1:r>
              <ns1:rPr lang="en-US" sz="40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  </ns1:t>
            </ns1:r>
            <ns1:r>
              <ns1:rPr lang="en-US" sz="32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TEAM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0" y="1843236"/>
            <ns1:ext cx="4953000" cy="232371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MR. KATSUKI MANABU </ns1:t>
            </ns1:r>
            <ns1:r>
              <ns1:rPr lang="en-US" sz="11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( JAPANESE EXPERT)</ns1:t>
            </ns1:r>
          </ns1:p>
          <ns1:p>
            <ns1:endParaRPr lang="en-US" sz="1400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MR. BALASUBRAMANIAM -</ns1:t>
            </ns1:r>
            <ns1:r>
              <ns1:rPr lang="en-US" sz="11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(MANAGER, MANUFACTURING ENGINEERING)</ns1:t>
            </ns1:r>
            <ns1:endParaRPr lang="en-US" sz="1400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endParaRPr lang="en-US" sz="1400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MR. ANESH PANDIT -</ns1:t>
            </ns1:r>
            <ns1:r>
              <ns1:rPr lang="en-US" sz="11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(MANAGER, VENDOR DEVELOPMENT)</ns1:t>
            </ns1:r>
            <ns1:endParaRPr lang="en-US" sz="1400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endParaRPr lang="en-US" sz="1400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MR. SAILESH H. PURANIK -</ns1:t>
            </ns1:r>
            <ns1:r>
              <ns1:rPr lang="en-US" sz="11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(HEAD, SCM &amp; PROCUREMENT)</ns1:t>
            </ns1:r>
          </ns1:p>
          <ns1:p>
            <ns1:endParaRPr lang="en-US" sz="1100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endParaRPr lang="en-US" sz="1100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  <ns1:p>
            <ns1:endParaRPr lang="en-US" sz="1400" dirty="0">
              <ns1:latin typeface="Times New Roman" panose="02020603050405020304" pitchFamily="18" charset="0"/>
              <ns1:cs typeface="Times New Roman" panose="02020603050405020304" pitchFamily="18" charset="0"/>
            </ns1:endParaRPr>
          </ns1:p>
        </ns0:txBody>
      </ns0:sp>
    </ns0:spTree>
    <ns0:extLst>
      <ns0:ext uri="{BB962C8B-B14F-4D97-AF65-F5344CB8AC3E}">
        <ns3:creationId val="4132975946"/>
      </ns0:ext>
    </ns0:extLst>
  </ns0:cSld>
  <ns0:clrMapOvr>
    <ns1:masterClrMapping/>
  </ns0:clrMapOvr>
  <ns4:AlternateContent>
    <ns4:Choice Requires="p14">
      <ns0:transition spd="slow" ns3:dur="1250">
        <ns0:checker/>
      </ns0:transition>
    </ns4:Choice>
    <ns4:Fallback>
      <ns0:transition spd="slow">
        <ns0:checker/>
      </ns0:transition>
    </ns4:Fallback>
  </ns4:AlternateContent>
</ns0:sld>
</file>

<file path=ppt/slides/slide29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xmlns:ns4="http://schemas.microsoft.com/office/powerpoint/2010/main" xmlns:ns5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288878" y="457200"/>
            <ns1:ext cx="8229600" cy="685800"/>
          </ns1:xfrm>
        </ns0:spPr>
        <ns0:txBody>
          <ns1:bodyPr>
            <ns1:noAutofit/>
          </ns1:bodyPr>
          <ns1:lstStyle/>
          <ns1:p>
            <ns1:r>
              <ns1:rPr lang="en-US" sz="3200" b="1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EBARA MACHINERY INDIA PRIVATE LIMITED</ns1:t>
            </ns1:r>
            <ns1:endParaRPr lang="en-US" sz="3200" b="1" u="sng" dirty="0">
              <ns1:solidFill>
                <ns1:schemeClr val="tx1"/>
              </ns1:solidFill>
              <ns1:latin typeface="Times New Roman" panose="02020603050405020304" pitchFamily="18" charset="0"/>
              <ns1:cs typeface="Times New Roman" pitchFamily="18" charset="0"/>
            </ns1:endParaRP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5181600" y="1981200"/>
            <ns1:ext cx="2041008" cy="584775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>
              <ns1:buFont typeface="Arial" pitchFamily="34" charset="0"/>
              <ns1:buChar char="•"/>
            </ns1:pPr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Mr. Hiroshi Suzuki</ns1:t>
            </ns1:r>
          </ns1:p>
          <ns1:p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(Director)</ns1:t>
            </ns1:r>
          </ns1:p>
        </ns0:txBody>
      </ns0:sp>
      <ns0:pic>
        <ns0:nvPicPr>
          <ns0:cNvPr id="2050" name="Picture 2"/>
          <ns0:cNvPicPr>
            <ns1:picLocks noChangeAspect="1" noChangeArrowheads="1"/>
          </ns0:cNvPicPr>
          <ns0:nvPr/>
        </ns0:nvPicPr>
        <ns0:blipFill>
          <ns1:blip ns2:embed="rId2" cstate="print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 bwMode="auto">
          <ns1:xfrm>
            <ns1:off x="333075" y="1903437"/>
            <ns1:ext cx="4744050" cy="3201963"/>
          </ns1:xfrm>
          <ns1:prstGeom prst="rect">
            <ns1:avLst/>
          </ns1:prstGeom>
          <ns1:noFill/>
        </ns0:spPr>
      </ns0:pic>
      <ns0:sp>
        <ns0:nvSpPr>
          <ns0:cNvPr id="6" name="TextBox 5"/>
          <ns0:cNvSpPr txBox="1"/>
          <ns0:nvPr/>
        </ns0:nvSpPr>
        <ns0:spPr>
          <ns1:xfrm>
            <ns1:off x="5181600" y="2667000"/>
            <ns1:ext cx="2365904" cy="584775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>
              <ns1:buFont typeface="Arial" pitchFamily="34" charset="0"/>
              <ns1:buChar char="•"/>
            </ns1:pPr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Mr. Yusuke Chikamori</ns1:t>
            </ns1:r>
          </ns1:p>
          <ns1:p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(Procurement)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5181600" y="3398488"/>
            <ns1:ext cx="2582758" cy="584775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>
              <ns1:buFont typeface="Arial" pitchFamily="34" charset="0"/>
              <ns1:buChar char="•"/>
            </ns1:pPr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Mr. Rajamanikandan K</ns1:t>
            </ns1:r>
          </ns1:p>
          <ns1:p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Deputy Manager, Procurement</ns1:t>
            </ns1:r>
          </ns1:p>
        </ns0:txBody>
      </ns0:sp>
    </ns0:spTree>
    <ns0:extLst>
      <ns0:ext uri="{BB962C8B-B14F-4D97-AF65-F5344CB8AC3E}">
        <ns4:creationId val="805969634"/>
      </ns0:ext>
    </ns0:extLst>
  </ns0:cSld>
  <ns0:clrMapOvr>
    <ns1:masterClrMapping/>
  </ns0:clrMapOvr>
  <ns5:AlternateContent>
    <ns5:Choice Requires="p14">
      <ns0:transition spd="slow" ns4:dur="1250">
        <ns0:checker/>
      </ns0:transition>
    </ns5:Choice>
    <ns5:Fallback>
      <ns0:transition spd="slow">
        <ns0:checker/>
      </ns0:transition>
    </ns5:Fallback>
  </ns5:AlternateContent>
</ns0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6C15E6-A12D-D3CE-F683-A8E791D9C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Valmet, Sweden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0D6677B5-6425-CE66-0D61-DCDF7B72F4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53"/>
          <a:stretch>
            <a:fillRect/>
          </a:stretch>
        </p:blipFill>
        <p:spPr>
          <a:xfrm>
            <a:off x="381000" y="1725282"/>
            <a:ext cx="8130569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71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3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xmlns:ns4="http://schemas.microsoft.com/office/powerpoint/2010/main" xmlns:ns5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409121" y="609600"/>
            <ns1:ext cx="5181600" cy="896112"/>
          </ns1:xfrm>
        </ns0:spPr>
        <ns0:txBody>
          <ns1:bodyPr>
            <ns1:normAutofit/>
          </ns1:bodyPr>
          <ns1:lstStyle/>
          <ns1:p>
            <ns1:pPr marL="0" indent="0">
              <ns1:buNone/>
            </ns1:pPr>
            <ns1:r>
              <ns1:rPr lang="en-US" sz="3200" b="1" dirty="0">
                <ns1:solidFill>
                  <ns1:schemeClr val="tx1"/>
                </ns1:solidFill>
                <ns1:latin typeface="Times New Roman" panose="02020603050405020304" pitchFamily="18" charset="0"/>
                <ns1:cs typeface="Times New Roman" panose="02020603050405020304" pitchFamily="18" charset="0"/>
              </ns1:rPr>
              <ns1:t>DMW Corporation Ltd.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5876472" y="1999343"/>
            <ns1:ext cx="3352800" cy="646331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Mr. Taizo Kobayashi                  	(</ns1:t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DMW Japan - Costing Sales</ns1:t>
            </ns1:r>
          </ns1:p>
        </ns0:txBody>
      </ns0:sp>
      <ns0:pic>
        <ns0:nvPicPr>
          <ns0:cNvPr id="7" name="Picture 2" descr="C:\Users\OM\Downloads\WhatsApp Image 2019-10-12 at 5.30.36 PM.jpeg"/>
          <ns0:cNvPicPr>
            <ns1:picLocks noChangeAspect="1" noChangeArrowheads="1"/>
          </ns0:cNvPicPr>
          <ns0:nvPr/>
        </ns0:nvPicPr>
        <ns0:blipFill rotWithShape="1">
          <ns1:blip ns2:embed="rId2">
            <ns1:extLst>
              <ns1:ext uri="{28A0092B-C50C-407E-A947-70E740481C1C}">
                <ns3:useLocalDpi val="0"/>
              </ns1:ext>
            </ns1:extLst>
          </ns1:blip>
          <ns1:srcRect l="5873" r="13604"/>
          <ns1:stretch/>
        </ns0:blipFill>
        <ns0:spPr bwMode="auto">
          <ns1:xfrm rot="-60000">
            <ns1:off x="467907" y="2039944"/>
            <ns1:ext cx="4680000" cy="3115502"/>
          </ns1:xfrm>
          <ns1:prstGeom prst="rect">
            <ns1:avLst/>
          </ns1:prstGeom>
          <ns1:noFill/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</ns0:pic>
      <ns0:sp>
        <ns0:nvSpPr>
          <ns0:cNvPr id="8" name="TextBox 7"/>
          <ns0:cNvSpPr txBox="1"/>
          <ns0:nvPr/>
        </ns0:nvSpPr>
        <ns0:spPr>
          <ns1:xfrm>
            <ns1:off x="5876472" y="2979020"/>
            <ns1:ext cx="3352800" cy="646331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Mr. Ashok Yadav</ns1:t>
            </ns1:r>
          </ns1:p>
          <ns1:p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/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DMW Pune - Factory Manager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5867400" y="3817203"/>
            <ns1:ext cx="3352800" cy="646331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Mr. Gajanan Lokhande</ns1:t>
            </ns1:r>
          </ns1:p>
          <ns1:p>
            <ns1:r>
              <ns1:rPr lang="en-US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/>
            </ns1:r>
            <ns1:r>
              <ns1:rPr lang="en-US" sz="1400" dirty="0">
                <ns1:latin typeface="Times New Roman" panose="02020603050405020304" pitchFamily="18" charset="0"/>
                <ns1:cs typeface="Times New Roman" panose="02020603050405020304" pitchFamily="18" charset="0"/>
              </ns1:rPr>
              <ns1:t>DMW Pune - QA Manager</ns1:t>
            </ns1:r>
          </ns1:p>
        </ns0:txBody>
      </ns0:sp>
    </ns0:spTree>
    <ns0:extLst>
      <ns0:ext uri="{BB962C8B-B14F-4D97-AF65-F5344CB8AC3E}">
        <ns4:creationId val="3449510463"/>
      </ns0:ext>
    </ns0:extLst>
  </ns0:cSld>
  <ns0:clrMapOvr>
    <ns1:masterClrMapping/>
  </ns0:clrMapOvr>
  <ns5:AlternateContent>
    <ns5:Choice Requires="p14">
      <ns0:transition spd="slow" ns4:dur="1250">
        <ns0:checker/>
      </ns0:transition>
    </ns5:Choice>
    <ns5:Fallback>
      <ns0:transition spd="slow">
        <ns0:checker/>
      </ns0:transition>
    </ns5:Fallback>
  </ns5:AlternateContent>
</ns0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2781300"/>
            <a:ext cx="8763000" cy="12954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96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50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76267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3925</TotalTime>
  <Words>595</Words>
  <Application>Microsoft Office PowerPoint</Application>
  <PresentationFormat>On-screen Show (4:3)</PresentationFormat>
  <Paragraphs>198</Paragraphs>
  <Slides>32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WELCOME</vt:lpstr>
      <vt:lpstr>INTRDUCTION</vt:lpstr>
      <vt:lpstr>PAKO ENGINEERS</vt:lpstr>
      <vt:lpstr>ORGANIZATIONAL    STRUCTURE</vt:lpstr>
      <vt:lpstr>TEST  FACILITIES  (IN HOUSE / OUTSIDE) </vt:lpstr>
      <vt:lpstr>PRODUCT  DETAIL</vt:lpstr>
      <vt:lpstr>Flange / Concrete shaft</vt:lpstr>
      <vt:lpstr>Shaft</vt:lpstr>
      <vt:lpstr>SPECIAL SHAFTS  </vt:lpstr>
      <vt:lpstr>SHAFTS PHOTOGRAPH  </vt:lpstr>
      <vt:lpstr>SPECIAL GRADE MATERIAL </vt:lpstr>
      <vt:lpstr>Sleeve /Muff Coupling/Bushes</vt:lpstr>
      <vt:lpstr>Lock Nut</vt:lpstr>
      <vt:lpstr>Retainer Ring / Thordon Bearing</vt:lpstr>
      <vt:lpstr>Thordon Bearing</vt:lpstr>
      <vt:lpstr>ASSEMBLY DONE IN HOUSE </vt:lpstr>
      <vt:lpstr>COMPLETE ASSEMBLY PICTURE </vt:lpstr>
      <vt:lpstr>Gears</vt:lpstr>
      <vt:lpstr>PowerPoint Presentation</vt:lpstr>
      <vt:lpstr>PowerPoint Presentation</vt:lpstr>
      <vt:lpstr>PowerPoint Presentation</vt:lpstr>
      <vt:lpstr>LENGTH :- 10000MM  DIAMETER :- 500MM</vt:lpstr>
      <vt:lpstr>CLIENTS</vt:lpstr>
      <vt:lpstr>CLIENTS         </vt:lpstr>
      <vt:lpstr>PowerPoint Presentation</vt:lpstr>
      <vt:lpstr>Flowserve Corporation</vt:lpstr>
      <vt:lpstr>NASH TEAM</vt:lpstr>
      <vt:lpstr>PowerPoint Presentation</vt:lpstr>
      <vt:lpstr>EBARA MACHINERY INDIA PRIVATE LIMITED</vt:lpstr>
      <vt:lpstr>Valmet, Sweden</vt:lpstr>
      <vt:lpstr>DMW Corporation Ltd.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PAKO Engineers</dc:creator>
  <cp:lastModifiedBy>Admin</cp:lastModifiedBy>
  <cp:revision>286</cp:revision>
  <dcterms:created xsi:type="dcterms:W3CDTF">2006-08-16T00:00:00Z</dcterms:created>
  <dcterms:modified xsi:type="dcterms:W3CDTF">2026-05-26T06:49:54Z</dcterms:modified>
</cp:coreProperties>
</file>